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61" r:id="rId3"/>
    <p:sldId id="260" r:id="rId4"/>
    <p:sldId id="257" r:id="rId5"/>
    <p:sldId id="258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9"/>
    <p:restoredTop sz="94643"/>
  </p:normalViewPr>
  <p:slideViewPr>
    <p:cSldViewPr snapToGrid="0" showGuides="1">
      <p:cViewPr>
        <p:scale>
          <a:sx n="100" d="100"/>
          <a:sy n="100" d="100"/>
        </p:scale>
        <p:origin x="456" y="168"/>
      </p:cViewPr>
      <p:guideLst>
        <p:guide orient="horz" pos="2136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0A83D0-BD73-9A4C-B009-7A096C7132E6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1A3B9-0BDE-0741-B284-192BC7C20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7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264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E7B7B-516A-B433-D536-11E5A90FD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23FD6-B83C-85D8-9D79-924F7DBE2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8D5E0-D06E-585B-D1CB-BD862C223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927D6-5AF4-6D83-A19B-1620C1628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5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30349-1D5A-1F8E-561F-2B1A9ED8F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AA0CA6-17E2-EFCB-E472-A497C5BDF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C5770-7F94-4346-C322-3258F59EB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1D6E2-130D-AC62-F7BE-73E42E26B6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696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9B726-400B-1B73-CE55-3008D9EE6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B696E-F396-E9D3-CC97-7B9F26E9D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6D175-47B9-5712-913D-E31B2C4AE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3FBA1-1E47-F771-1FB2-88AF55212E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638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F26DB-A9DE-47BC-B45D-E84294630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3E4B7-2C82-6DE8-0348-807FED1E4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637A2-4650-989A-FA64-3EDD50E05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1364C-24AA-479C-545E-4180DA3F8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843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753E-B013-9D03-FF54-00CC34A5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7AE90-DF9F-BE49-9249-9366D2397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A5C96-715C-CBF3-83E4-90AC71882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519FD-5D8D-0DE2-549B-D7D650A25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1A3B9-0BDE-0741-B284-192BC7C2022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1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7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89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39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9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997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41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31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93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78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39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0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737A0-92BF-9B43-8A7B-BDAF3E95405E}" type="datetimeFigureOut">
              <a:rPr lang="en-US" smtClean="0"/>
              <a:t>4/29/26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45A51-F86B-4D41-967E-FE84D6C6B2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88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51">
            <a:extLst>
              <a:ext uri="{FF2B5EF4-FFF2-40B4-BE49-F238E27FC236}">
                <a16:creationId xmlns:a16="http://schemas.microsoft.com/office/drawing/2014/main" id="{E335195F-768F-865B-7A9C-7570D94E78A0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COHORT </a:t>
            </a:r>
          </a:p>
        </p:txBody>
      </p:sp>
      <p:pic>
        <p:nvPicPr>
          <p:cNvPr id="153" name="Picture 152">
            <a:extLst>
              <a:ext uri="{FF2B5EF4-FFF2-40B4-BE49-F238E27FC236}">
                <a16:creationId xmlns:a16="http://schemas.microsoft.com/office/drawing/2014/main" id="{6BFF65CE-5FE2-092A-884D-4BAFFE3CE4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08" y="995148"/>
            <a:ext cx="5492992" cy="5667768"/>
          </a:xfrm>
          <a:prstGeom prst="rect">
            <a:avLst/>
          </a:prstGeom>
        </p:spPr>
      </p:pic>
      <p:pic>
        <p:nvPicPr>
          <p:cNvPr id="154" name="Picture 153">
            <a:extLst>
              <a:ext uri="{FF2B5EF4-FFF2-40B4-BE49-F238E27FC236}">
                <a16:creationId xmlns:a16="http://schemas.microsoft.com/office/drawing/2014/main" id="{2654DCC5-BB0C-FDA8-6884-3E96B77EC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7384" y="995148"/>
            <a:ext cx="5509637" cy="5667768"/>
          </a:xfrm>
          <a:prstGeom prst="rect">
            <a:avLst/>
          </a:prstGeom>
        </p:spPr>
      </p:pic>
      <p:sp>
        <p:nvSpPr>
          <p:cNvPr id="156" name="TextBox 155">
            <a:extLst>
              <a:ext uri="{FF2B5EF4-FFF2-40B4-BE49-F238E27FC236}">
                <a16:creationId xmlns:a16="http://schemas.microsoft.com/office/drawing/2014/main" id="{70D325BA-91F5-D47C-02E4-A477280A9FDD}"/>
              </a:ext>
            </a:extLst>
          </p:cNvPr>
          <p:cNvSpPr txBox="1"/>
          <p:nvPr/>
        </p:nvSpPr>
        <p:spPr>
          <a:xfrm>
            <a:off x="647700" y="123110"/>
            <a:ext cx="2087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" pitchFamily="2" charset="0"/>
              </a:rPr>
              <a:t>N = 2,919 </a:t>
            </a:r>
          </a:p>
        </p:txBody>
      </p:sp>
    </p:spTree>
    <p:extLst>
      <p:ext uri="{BB962C8B-B14F-4D97-AF65-F5344CB8AC3E}">
        <p14:creationId xmlns:p14="http://schemas.microsoft.com/office/powerpoint/2010/main" val="3212240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E5C97-7846-BC9D-3353-9AAEB6F9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CBC845-0E7F-7CFE-24B9-59C2D6BC5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798" y="1719771"/>
            <a:ext cx="4070964" cy="42582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5C9F9E-8057-AD71-FC09-648A21E6D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145" y="1719770"/>
            <a:ext cx="4101955" cy="4258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C1939F9-A027-59D0-86D2-6D5B1DD52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9" y="1719770"/>
            <a:ext cx="4133403" cy="425827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1B2855-9B47-BFEF-0C01-E7E66ED8EA31}"/>
              </a:ext>
            </a:extLst>
          </p:cNvPr>
          <p:cNvSpPr/>
          <p:nvPr/>
        </p:nvSpPr>
        <p:spPr>
          <a:xfrm>
            <a:off x="4139381" y="1311964"/>
            <a:ext cx="3987719" cy="50003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76090B-5B60-B13E-6F15-CF2643F2CBE0}"/>
              </a:ext>
            </a:extLst>
          </p:cNvPr>
          <p:cNvSpPr txBox="1"/>
          <p:nvPr/>
        </p:nvSpPr>
        <p:spPr>
          <a:xfrm>
            <a:off x="0" y="0"/>
            <a:ext cx="12192000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COHORT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304909-CC44-1D61-309F-0CC79B6D886E}"/>
              </a:ext>
            </a:extLst>
          </p:cNvPr>
          <p:cNvSpPr txBox="1"/>
          <p:nvPr/>
        </p:nvSpPr>
        <p:spPr>
          <a:xfrm>
            <a:off x="647700" y="123110"/>
            <a:ext cx="20874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" pitchFamily="2" charset="0"/>
              </a:rPr>
              <a:t>N = 2,919 </a:t>
            </a:r>
          </a:p>
        </p:txBody>
      </p:sp>
    </p:spTree>
    <p:extLst>
      <p:ext uri="{BB962C8B-B14F-4D97-AF65-F5344CB8AC3E}">
        <p14:creationId xmlns:p14="http://schemas.microsoft.com/office/powerpoint/2010/main" val="2592022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EE2F1-E29C-CEB5-A48F-C6900FBB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AEB1CEC-ADE6-A216-9BD7-BC7279AFDD76}"/>
              </a:ext>
            </a:extLst>
          </p:cNvPr>
          <p:cNvGrpSpPr/>
          <p:nvPr/>
        </p:nvGrpSpPr>
        <p:grpSpPr>
          <a:xfrm>
            <a:off x="1775150" y="18836"/>
            <a:ext cx="5575687" cy="6839164"/>
            <a:chOff x="602624" y="18836"/>
            <a:chExt cx="5575687" cy="683916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7F3D849-96FB-9966-0549-FEEB8B445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126"/>
            <a:stretch>
              <a:fillRect/>
            </a:stretch>
          </p:blipFill>
          <p:spPr>
            <a:xfrm>
              <a:off x="602624" y="557296"/>
              <a:ext cx="5575687" cy="6300704"/>
            </a:xfrm>
            <a:prstGeom prst="rect">
              <a:avLst/>
            </a:prstGeom>
          </p:spPr>
        </p:pic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A1572457-74CD-D41E-2ACE-8BB8BA0DC671}"/>
                </a:ext>
              </a:extLst>
            </p:cNvPr>
            <p:cNvGrpSpPr/>
            <p:nvPr/>
          </p:nvGrpSpPr>
          <p:grpSpPr>
            <a:xfrm>
              <a:off x="2676000" y="18836"/>
              <a:ext cx="2474200" cy="6839164"/>
              <a:chOff x="2676000" y="18836"/>
              <a:chExt cx="2474200" cy="6839164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244C511F-3027-1EAB-768F-F162AAB4C6AB}"/>
                  </a:ext>
                </a:extLst>
              </p:cNvPr>
              <p:cNvGrpSpPr/>
              <p:nvPr/>
            </p:nvGrpSpPr>
            <p:grpSpPr>
              <a:xfrm>
                <a:off x="2676000" y="557297"/>
                <a:ext cx="2474200" cy="6300703"/>
                <a:chOff x="2593689" y="557297"/>
                <a:chExt cx="2474200" cy="6300703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4C47AF5-0F16-07BC-F39A-9EBA7E5AC1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69376" y="557297"/>
                  <a:ext cx="0" cy="6300703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937C5D39-C1E5-9876-D510-D3659EA85566}"/>
                    </a:ext>
                  </a:extLst>
                </p:cNvPr>
                <p:cNvGrpSpPr/>
                <p:nvPr/>
              </p:nvGrpSpPr>
              <p:grpSpPr>
                <a:xfrm>
                  <a:off x="3805980" y="6363815"/>
                  <a:ext cx="1261909" cy="251317"/>
                  <a:chOff x="3805980" y="6363815"/>
                  <a:chExt cx="1261909" cy="251317"/>
                </a:xfrm>
              </p:grpSpPr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7F89CBC1-D617-4148-5839-19CB53DD220D}"/>
                      </a:ext>
                    </a:extLst>
                  </p:cNvPr>
                  <p:cNvGrpSpPr/>
                  <p:nvPr/>
                </p:nvGrpSpPr>
                <p:grpSpPr>
                  <a:xfrm>
                    <a:off x="3922644" y="6363815"/>
                    <a:ext cx="1000887" cy="76927"/>
                    <a:chOff x="2708326" y="6337312"/>
                    <a:chExt cx="1000887" cy="76927"/>
                  </a:xfrm>
                </p:grpSpPr>
                <p:cxnSp>
                  <p:nvCxnSpPr>
                    <p:cNvPr id="21" name="Straight Connector 20">
                      <a:extLst>
                        <a:ext uri="{FF2B5EF4-FFF2-40B4-BE49-F238E27FC236}">
                          <a16:creationId xmlns:a16="http://schemas.microsoft.com/office/drawing/2014/main" id="{8C031DC6-7519-16B0-DF83-6F2D21F72D7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08326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" name="Straight Connector 21">
                      <a:extLst>
                        <a:ext uri="{FF2B5EF4-FFF2-40B4-BE49-F238E27FC236}">
                          <a16:creationId xmlns:a16="http://schemas.microsoft.com/office/drawing/2014/main" id="{7620931F-C000-FC1F-3C1D-F422B353E1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187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" name="Straight Connector 22">
                      <a:extLst>
                        <a:ext uri="{FF2B5EF4-FFF2-40B4-BE49-F238E27FC236}">
                          <a16:creationId xmlns:a16="http://schemas.microsoft.com/office/drawing/2014/main" id="{5517DA83-E7EC-302F-4B3B-DFFE88FEA0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0885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4" name="Straight Connector 23">
                      <a:extLst>
                        <a:ext uri="{FF2B5EF4-FFF2-40B4-BE49-F238E27FC236}">
                          <a16:creationId xmlns:a16="http://schemas.microsoft.com/office/drawing/2014/main" id="{9CCC8853-B9C4-D9F8-0E43-83EFA88096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08680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Connector 24">
                      <a:extLst>
                        <a:ext uri="{FF2B5EF4-FFF2-40B4-BE49-F238E27FC236}">
                          <a16:creationId xmlns:a16="http://schemas.microsoft.com/office/drawing/2014/main" id="{84B7AF47-29A0-E562-21B2-BBB30F19FF5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09034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Straight Connector 25">
                      <a:extLst>
                        <a:ext uri="{FF2B5EF4-FFF2-40B4-BE49-F238E27FC236}">
                          <a16:creationId xmlns:a16="http://schemas.microsoft.com/office/drawing/2014/main" id="{52F3277F-5F7C-E809-9197-1A955DB412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09213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DE5BBC8B-857F-EB67-FC9C-37A9BCF2A248}"/>
                      </a:ext>
                    </a:extLst>
                  </p:cNvPr>
                  <p:cNvSpPr txBox="1"/>
                  <p:nvPr/>
                </p:nvSpPr>
                <p:spPr>
                  <a:xfrm>
                    <a:off x="3805980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</a:t>
                    </a: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98C07A3F-4B06-9417-8765-2FB1500DB720}"/>
                      </a:ext>
                    </a:extLst>
                  </p:cNvPr>
                  <p:cNvSpPr txBox="1"/>
                  <p:nvPr/>
                </p:nvSpPr>
                <p:spPr>
                  <a:xfrm>
                    <a:off x="4208303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9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8B92BB9-160B-F492-3029-8C66E2CBEE5E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076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17</a:t>
                    </a:r>
                  </a:p>
                </p:txBody>
              </p:sp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0E0D02C3-1C88-8B86-E983-AC263A6F9722}"/>
                      </a:ext>
                    </a:extLst>
                  </p:cNvPr>
                  <p:cNvSpPr txBox="1"/>
                  <p:nvPr/>
                </p:nvSpPr>
                <p:spPr>
                  <a:xfrm>
                    <a:off x="4774218" y="6399688"/>
                    <a:ext cx="2936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21</a:t>
                    </a:r>
                  </a:p>
                </p:txBody>
              </p:sp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1FE7C23F-524B-F75C-7372-D50C61A00FDD}"/>
                      </a:ext>
                    </a:extLst>
                  </p:cNvPr>
                  <p:cNvSpPr txBox="1"/>
                  <p:nvPr/>
                </p:nvSpPr>
                <p:spPr>
                  <a:xfrm>
                    <a:off x="4378817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13</a:t>
                    </a:r>
                  </a:p>
                </p:txBody>
              </p:sp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4989C479-7E17-CC33-AABA-3FE6A25FBA1C}"/>
                      </a:ext>
                    </a:extLst>
                  </p:cNvPr>
                  <p:cNvSpPr txBox="1"/>
                  <p:nvPr/>
                </p:nvSpPr>
                <p:spPr>
                  <a:xfrm>
                    <a:off x="3998348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5</a:t>
                    </a:r>
                  </a:p>
                </p:txBody>
              </p:sp>
            </p:grpSp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44C0C580-F16D-844B-B121-CF10CBD807B2}"/>
                    </a:ext>
                  </a:extLst>
                </p:cNvPr>
                <p:cNvGrpSpPr/>
                <p:nvPr/>
              </p:nvGrpSpPr>
              <p:grpSpPr>
                <a:xfrm>
                  <a:off x="2593689" y="6365002"/>
                  <a:ext cx="1261909" cy="251317"/>
                  <a:chOff x="3805980" y="6363815"/>
                  <a:chExt cx="1261909" cy="251317"/>
                </a:xfrm>
              </p:grpSpPr>
              <p:grpSp>
                <p:nvGrpSpPr>
                  <p:cNvPr id="62" name="Group 61">
                    <a:extLst>
                      <a:ext uri="{FF2B5EF4-FFF2-40B4-BE49-F238E27FC236}">
                        <a16:creationId xmlns:a16="http://schemas.microsoft.com/office/drawing/2014/main" id="{73EC3A1D-347D-27BE-2FD3-1601632BEEEC}"/>
                      </a:ext>
                    </a:extLst>
                  </p:cNvPr>
                  <p:cNvGrpSpPr/>
                  <p:nvPr/>
                </p:nvGrpSpPr>
                <p:grpSpPr>
                  <a:xfrm>
                    <a:off x="3922644" y="6363815"/>
                    <a:ext cx="1000887" cy="76927"/>
                    <a:chOff x="2708326" y="6337312"/>
                    <a:chExt cx="1000887" cy="76927"/>
                  </a:xfrm>
                </p:grpSpPr>
                <p:cxnSp>
                  <p:nvCxnSpPr>
                    <p:cNvPr id="69" name="Straight Connector 68">
                      <a:extLst>
                        <a:ext uri="{FF2B5EF4-FFF2-40B4-BE49-F238E27FC236}">
                          <a16:creationId xmlns:a16="http://schemas.microsoft.com/office/drawing/2014/main" id="{F45553B1-66B6-8061-C624-8D646781E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08326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0" name="Straight Connector 69">
                      <a:extLst>
                        <a:ext uri="{FF2B5EF4-FFF2-40B4-BE49-F238E27FC236}">
                          <a16:creationId xmlns:a16="http://schemas.microsoft.com/office/drawing/2014/main" id="{C6BE27DE-6707-4750-A596-9DB4E9745B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187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1" name="Straight Connector 70">
                      <a:extLst>
                        <a:ext uri="{FF2B5EF4-FFF2-40B4-BE49-F238E27FC236}">
                          <a16:creationId xmlns:a16="http://schemas.microsoft.com/office/drawing/2014/main" id="{C7FB5656-E8FB-B259-5C07-65E5FB3FF9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0885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2" name="Straight Connector 71">
                      <a:extLst>
                        <a:ext uri="{FF2B5EF4-FFF2-40B4-BE49-F238E27FC236}">
                          <a16:creationId xmlns:a16="http://schemas.microsoft.com/office/drawing/2014/main" id="{876B552E-9460-BFA5-FF7C-DFFA36988C9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08680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1D8C0610-20D4-F81B-56D7-3F77997250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09034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56F750B0-D052-C8A4-8F50-CB145CC682D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09213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7BC6CD43-F8A7-7715-AC7E-585C75D59D40}"/>
                      </a:ext>
                    </a:extLst>
                  </p:cNvPr>
                  <p:cNvSpPr txBox="1"/>
                  <p:nvPr/>
                </p:nvSpPr>
                <p:spPr>
                  <a:xfrm>
                    <a:off x="3805980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</a:t>
                    </a:r>
                  </a:p>
                </p:txBody>
              </p:sp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85D9D076-D1C6-B05E-AA41-D4B0D13076E9}"/>
                      </a:ext>
                    </a:extLst>
                  </p:cNvPr>
                  <p:cNvSpPr txBox="1"/>
                  <p:nvPr/>
                </p:nvSpPr>
                <p:spPr>
                  <a:xfrm>
                    <a:off x="4208303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9</a:t>
                    </a:r>
                  </a:p>
                </p:txBody>
              </p:sp>
              <p:sp>
                <p:nvSpPr>
                  <p:cNvPr id="65" name="TextBox 64">
                    <a:extLst>
                      <a:ext uri="{FF2B5EF4-FFF2-40B4-BE49-F238E27FC236}">
                        <a16:creationId xmlns:a16="http://schemas.microsoft.com/office/drawing/2014/main" id="{CEC84800-CED8-BB86-A2D7-FCFF8341FD5F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076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17</a:t>
                    </a:r>
                  </a:p>
                </p:txBody>
              </p:sp>
              <p:sp>
                <p:nvSpPr>
                  <p:cNvPr id="66" name="TextBox 65">
                    <a:extLst>
                      <a:ext uri="{FF2B5EF4-FFF2-40B4-BE49-F238E27FC236}">
                        <a16:creationId xmlns:a16="http://schemas.microsoft.com/office/drawing/2014/main" id="{9A71DB7B-CEF7-8C74-464D-FC424DF69878}"/>
                      </a:ext>
                    </a:extLst>
                  </p:cNvPr>
                  <p:cNvSpPr txBox="1"/>
                  <p:nvPr/>
                </p:nvSpPr>
                <p:spPr>
                  <a:xfrm>
                    <a:off x="4774218" y="6399688"/>
                    <a:ext cx="2936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21</a:t>
                    </a:r>
                  </a:p>
                </p:txBody>
              </p:sp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8C88AD25-F1C4-9B80-23AA-3FD4F2C949D4}"/>
                      </a:ext>
                    </a:extLst>
                  </p:cNvPr>
                  <p:cNvSpPr txBox="1"/>
                  <p:nvPr/>
                </p:nvSpPr>
                <p:spPr>
                  <a:xfrm>
                    <a:off x="4378817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13</a:t>
                    </a:r>
                  </a:p>
                </p:txBody>
              </p:sp>
              <p:sp>
                <p:nvSpPr>
                  <p:cNvPr id="68" name="TextBox 67">
                    <a:extLst>
                      <a:ext uri="{FF2B5EF4-FFF2-40B4-BE49-F238E27FC236}">
                        <a16:creationId xmlns:a16="http://schemas.microsoft.com/office/drawing/2014/main" id="{C7F6D511-D5FB-7D14-5EC3-0056FADB180F}"/>
                      </a:ext>
                    </a:extLst>
                  </p:cNvPr>
                  <p:cNvSpPr txBox="1"/>
                  <p:nvPr/>
                </p:nvSpPr>
                <p:spPr>
                  <a:xfrm>
                    <a:off x="3998348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5</a:t>
                    </a:r>
                  </a:p>
                </p:txBody>
              </p:sp>
            </p:grpSp>
          </p:grpSp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C2D43911-6AB0-CDC3-D130-ED786DEA478C}"/>
                  </a:ext>
                </a:extLst>
              </p:cNvPr>
              <p:cNvGrpSpPr/>
              <p:nvPr/>
            </p:nvGrpSpPr>
            <p:grpSpPr>
              <a:xfrm>
                <a:off x="2731824" y="18836"/>
                <a:ext cx="2418376" cy="555209"/>
                <a:chOff x="2731824" y="18836"/>
                <a:chExt cx="2418376" cy="555209"/>
              </a:xfrm>
            </p:grpSpPr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D2A4269E-6429-5072-61ED-88D06D4B6B47}"/>
                    </a:ext>
                  </a:extLst>
                </p:cNvPr>
                <p:cNvSpPr txBox="1"/>
                <p:nvPr/>
              </p:nvSpPr>
              <p:spPr>
                <a:xfrm>
                  <a:off x="2731824" y="18836"/>
                  <a:ext cx="2418376" cy="276999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b="1" dirty="0">
                      <a:latin typeface="Helvetica" pitchFamily="2" charset="0"/>
                    </a:rPr>
                    <a:t>Year 2</a:t>
                  </a:r>
                </a:p>
              </p:txBody>
            </p:sp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6237052D-205E-D06A-792E-85CE56812F4B}"/>
                    </a:ext>
                  </a:extLst>
                </p:cNvPr>
                <p:cNvSpPr txBox="1"/>
                <p:nvPr/>
              </p:nvSpPr>
              <p:spPr>
                <a:xfrm>
                  <a:off x="2731825" y="297046"/>
                  <a:ext cx="1219862" cy="276999"/>
                </a:xfrm>
                <a:prstGeom prst="rect">
                  <a:avLst/>
                </a:prstGeom>
                <a:solidFill>
                  <a:srgbClr val="FFC000"/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latin typeface="Helvetica" pitchFamily="2" charset="0"/>
                    </a:rPr>
                    <a:t>Weekday</a:t>
                  </a:r>
                </a:p>
              </p:txBody>
            </p:sp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1FF67163-E6B2-F4A0-8495-9EF437F36299}"/>
                    </a:ext>
                  </a:extLst>
                </p:cNvPr>
                <p:cNvSpPr txBox="1"/>
                <p:nvPr/>
              </p:nvSpPr>
              <p:spPr>
                <a:xfrm>
                  <a:off x="3951688" y="297046"/>
                  <a:ext cx="1198512" cy="276999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latin typeface="Helvetica" pitchFamily="2" charset="0"/>
                    </a:rPr>
                    <a:t>WEEKEND</a:t>
                  </a:r>
                </a:p>
              </p:txBody>
            </p:sp>
          </p:grpSp>
        </p:grp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A5CD6E7C-DBA9-412E-08CE-8EDFADFBE35B}"/>
              </a:ext>
            </a:extLst>
          </p:cNvPr>
          <p:cNvGrpSpPr/>
          <p:nvPr/>
        </p:nvGrpSpPr>
        <p:grpSpPr>
          <a:xfrm>
            <a:off x="6657829" y="-9279"/>
            <a:ext cx="5577461" cy="6867279"/>
            <a:chOff x="6252968" y="-1187"/>
            <a:chExt cx="5577461" cy="6867279"/>
          </a:xfrm>
        </p:grpSpPr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97959D60-05C9-482C-9A8C-4D1CF959A0AC}"/>
                </a:ext>
              </a:extLst>
            </p:cNvPr>
            <p:cNvGrpSpPr/>
            <p:nvPr/>
          </p:nvGrpSpPr>
          <p:grpSpPr>
            <a:xfrm>
              <a:off x="6252968" y="0"/>
              <a:ext cx="5577461" cy="6866092"/>
              <a:chOff x="6614539" y="0"/>
              <a:chExt cx="5577461" cy="686609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F1EEF2FD-9C58-1C67-44D3-DE846C018E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4539" y="0"/>
                <a:ext cx="5577461" cy="6858000"/>
              </a:xfrm>
              <a:prstGeom prst="rect">
                <a:avLst/>
              </a:prstGeom>
            </p:spPr>
          </p:pic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D3687ECC-42BA-8BA9-F9D2-016568D8FBAC}"/>
                  </a:ext>
                </a:extLst>
              </p:cNvPr>
              <p:cNvGrpSpPr/>
              <p:nvPr/>
            </p:nvGrpSpPr>
            <p:grpSpPr>
              <a:xfrm>
                <a:off x="8676626" y="565389"/>
                <a:ext cx="2474200" cy="6300703"/>
                <a:chOff x="2593689" y="557297"/>
                <a:chExt cx="2474200" cy="6300703"/>
              </a:xfrm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A4F4557A-DC0C-F756-A6FC-C1C17EE7F4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69376" y="557297"/>
                  <a:ext cx="0" cy="6300703"/>
                </a:xfrm>
                <a:prstGeom prst="line">
                  <a:avLst/>
                </a:prstGeom>
                <a:ln w="25400">
                  <a:solidFill>
                    <a:schemeClr val="accent4">
                      <a:lumMod val="60000"/>
                      <a:lumOff val="4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10" name="Group 109">
                  <a:extLst>
                    <a:ext uri="{FF2B5EF4-FFF2-40B4-BE49-F238E27FC236}">
                      <a16:creationId xmlns:a16="http://schemas.microsoft.com/office/drawing/2014/main" id="{68BB7548-3AAE-7327-D0F8-F5A844AA0010}"/>
                    </a:ext>
                  </a:extLst>
                </p:cNvPr>
                <p:cNvGrpSpPr/>
                <p:nvPr/>
              </p:nvGrpSpPr>
              <p:grpSpPr>
                <a:xfrm>
                  <a:off x="3805980" y="6363815"/>
                  <a:ext cx="1261909" cy="251317"/>
                  <a:chOff x="3805980" y="6363815"/>
                  <a:chExt cx="1261909" cy="251317"/>
                </a:xfrm>
              </p:grpSpPr>
              <p:grpSp>
                <p:nvGrpSpPr>
                  <p:cNvPr id="125" name="Group 124">
                    <a:extLst>
                      <a:ext uri="{FF2B5EF4-FFF2-40B4-BE49-F238E27FC236}">
                        <a16:creationId xmlns:a16="http://schemas.microsoft.com/office/drawing/2014/main" id="{099AE4D6-2819-683B-028E-E5933945F960}"/>
                      </a:ext>
                    </a:extLst>
                  </p:cNvPr>
                  <p:cNvGrpSpPr/>
                  <p:nvPr/>
                </p:nvGrpSpPr>
                <p:grpSpPr>
                  <a:xfrm>
                    <a:off x="3922644" y="6363815"/>
                    <a:ext cx="1000887" cy="76927"/>
                    <a:chOff x="2708326" y="6337312"/>
                    <a:chExt cx="1000887" cy="76927"/>
                  </a:xfrm>
                </p:grpSpPr>
                <p:cxnSp>
                  <p:nvCxnSpPr>
                    <p:cNvPr id="132" name="Straight Connector 131">
                      <a:extLst>
                        <a:ext uri="{FF2B5EF4-FFF2-40B4-BE49-F238E27FC236}">
                          <a16:creationId xmlns:a16="http://schemas.microsoft.com/office/drawing/2014/main" id="{EF3ADAC5-DDDD-41D0-11AF-91E3FDA2E3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08326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Straight Connector 132">
                      <a:extLst>
                        <a:ext uri="{FF2B5EF4-FFF2-40B4-BE49-F238E27FC236}">
                          <a16:creationId xmlns:a16="http://schemas.microsoft.com/office/drawing/2014/main" id="{C10D42B5-A839-7D86-E761-452442046C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187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Straight Connector 133">
                      <a:extLst>
                        <a:ext uri="{FF2B5EF4-FFF2-40B4-BE49-F238E27FC236}">
                          <a16:creationId xmlns:a16="http://schemas.microsoft.com/office/drawing/2014/main" id="{954630F4-63C3-7EBE-FE32-3D5FDFCE6B3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0885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5" name="Straight Connector 134">
                      <a:extLst>
                        <a:ext uri="{FF2B5EF4-FFF2-40B4-BE49-F238E27FC236}">
                          <a16:creationId xmlns:a16="http://schemas.microsoft.com/office/drawing/2014/main" id="{1DE939DE-8374-DA2E-4AE8-64E358359EB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08680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6" name="Straight Connector 135">
                      <a:extLst>
                        <a:ext uri="{FF2B5EF4-FFF2-40B4-BE49-F238E27FC236}">
                          <a16:creationId xmlns:a16="http://schemas.microsoft.com/office/drawing/2014/main" id="{8A7CC5C6-52AA-8D6D-1E63-64A2987235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09034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7" name="Straight Connector 136">
                      <a:extLst>
                        <a:ext uri="{FF2B5EF4-FFF2-40B4-BE49-F238E27FC236}">
                          <a16:creationId xmlns:a16="http://schemas.microsoft.com/office/drawing/2014/main" id="{D58A96BF-1D07-86BA-E34C-5BB82617F2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09213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26" name="TextBox 125">
                    <a:extLst>
                      <a:ext uri="{FF2B5EF4-FFF2-40B4-BE49-F238E27FC236}">
                        <a16:creationId xmlns:a16="http://schemas.microsoft.com/office/drawing/2014/main" id="{9ACE3084-BF87-BAFB-5457-C94A38D1EF02}"/>
                      </a:ext>
                    </a:extLst>
                  </p:cNvPr>
                  <p:cNvSpPr txBox="1"/>
                  <p:nvPr/>
                </p:nvSpPr>
                <p:spPr>
                  <a:xfrm>
                    <a:off x="3805980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</a:t>
                    </a:r>
                  </a:p>
                </p:txBody>
              </p:sp>
              <p:sp>
                <p:nvSpPr>
                  <p:cNvPr id="127" name="TextBox 126">
                    <a:extLst>
                      <a:ext uri="{FF2B5EF4-FFF2-40B4-BE49-F238E27FC236}">
                        <a16:creationId xmlns:a16="http://schemas.microsoft.com/office/drawing/2014/main" id="{9E2BB009-B00D-4F8C-EA7D-82E6144B144E}"/>
                      </a:ext>
                    </a:extLst>
                  </p:cNvPr>
                  <p:cNvSpPr txBox="1"/>
                  <p:nvPr/>
                </p:nvSpPr>
                <p:spPr>
                  <a:xfrm>
                    <a:off x="4208303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9</a:t>
                    </a:r>
                  </a:p>
                </p:txBody>
              </p:sp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678A158-56D1-DED1-289C-21CEE73E1B2A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076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17</a:t>
                    </a:r>
                  </a:p>
                </p:txBody>
              </p:sp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60DD08B4-0639-B2F2-7114-5279DEE69479}"/>
                      </a:ext>
                    </a:extLst>
                  </p:cNvPr>
                  <p:cNvSpPr txBox="1"/>
                  <p:nvPr/>
                </p:nvSpPr>
                <p:spPr>
                  <a:xfrm>
                    <a:off x="4774218" y="6399688"/>
                    <a:ext cx="2936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21</a:t>
                    </a:r>
                  </a:p>
                </p:txBody>
              </p:sp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5C736940-8688-6A88-6217-FF828699EA0E}"/>
                      </a:ext>
                    </a:extLst>
                  </p:cNvPr>
                  <p:cNvSpPr txBox="1"/>
                  <p:nvPr/>
                </p:nvSpPr>
                <p:spPr>
                  <a:xfrm>
                    <a:off x="4378817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13</a:t>
                    </a:r>
                  </a:p>
                </p:txBody>
              </p:sp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1073D998-E011-673B-97C0-C99ED5AECC0D}"/>
                      </a:ext>
                    </a:extLst>
                  </p:cNvPr>
                  <p:cNvSpPr txBox="1"/>
                  <p:nvPr/>
                </p:nvSpPr>
                <p:spPr>
                  <a:xfrm>
                    <a:off x="3998348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5</a:t>
                    </a:r>
                  </a:p>
                </p:txBody>
              </p:sp>
            </p:grpSp>
            <p:grpSp>
              <p:nvGrpSpPr>
                <p:cNvPr id="111" name="Group 110">
                  <a:extLst>
                    <a:ext uri="{FF2B5EF4-FFF2-40B4-BE49-F238E27FC236}">
                      <a16:creationId xmlns:a16="http://schemas.microsoft.com/office/drawing/2014/main" id="{B3773031-FD24-2A07-2CC2-5EB95EA9FDC8}"/>
                    </a:ext>
                  </a:extLst>
                </p:cNvPr>
                <p:cNvGrpSpPr/>
                <p:nvPr/>
              </p:nvGrpSpPr>
              <p:grpSpPr>
                <a:xfrm>
                  <a:off x="2593689" y="6365002"/>
                  <a:ext cx="1261909" cy="251317"/>
                  <a:chOff x="3805980" y="6363815"/>
                  <a:chExt cx="1261909" cy="251317"/>
                </a:xfrm>
              </p:grpSpPr>
              <p:grpSp>
                <p:nvGrpSpPr>
                  <p:cNvPr id="112" name="Group 111">
                    <a:extLst>
                      <a:ext uri="{FF2B5EF4-FFF2-40B4-BE49-F238E27FC236}">
                        <a16:creationId xmlns:a16="http://schemas.microsoft.com/office/drawing/2014/main" id="{436FEA6F-0F98-969B-D1B7-2EDB4CCC2023}"/>
                      </a:ext>
                    </a:extLst>
                  </p:cNvPr>
                  <p:cNvGrpSpPr/>
                  <p:nvPr/>
                </p:nvGrpSpPr>
                <p:grpSpPr>
                  <a:xfrm>
                    <a:off x="3922644" y="6363815"/>
                    <a:ext cx="1000887" cy="76927"/>
                    <a:chOff x="2708326" y="6337312"/>
                    <a:chExt cx="1000887" cy="76927"/>
                  </a:xfrm>
                </p:grpSpPr>
                <p:cxnSp>
                  <p:nvCxnSpPr>
                    <p:cNvPr id="119" name="Straight Connector 118">
                      <a:extLst>
                        <a:ext uri="{FF2B5EF4-FFF2-40B4-BE49-F238E27FC236}">
                          <a16:creationId xmlns:a16="http://schemas.microsoft.com/office/drawing/2014/main" id="{6C306E6F-1B6F-8E79-8258-52E4D768C27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708326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0" name="Straight Connector 119">
                      <a:extLst>
                        <a:ext uri="{FF2B5EF4-FFF2-40B4-BE49-F238E27FC236}">
                          <a16:creationId xmlns:a16="http://schemas.microsoft.com/office/drawing/2014/main" id="{3019799B-8C05-954E-12AA-7015587EF9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90187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704A88AA-993D-F6EF-DAED-65901B3FEE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308857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8E1D9D75-01FA-2625-B3DD-BC03AF81AF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08680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46EB6780-FB47-7A50-BE51-C99F97BF3E4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509034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6C800491-9A61-BA34-A5BC-D4FADA578DE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09213" y="6337312"/>
                      <a:ext cx="0" cy="76927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13" name="TextBox 112">
                    <a:extLst>
                      <a:ext uri="{FF2B5EF4-FFF2-40B4-BE49-F238E27FC236}">
                        <a16:creationId xmlns:a16="http://schemas.microsoft.com/office/drawing/2014/main" id="{164FA8C7-748B-6BE9-F1D3-C86B5FBE5C26}"/>
                      </a:ext>
                    </a:extLst>
                  </p:cNvPr>
                  <p:cNvSpPr txBox="1"/>
                  <p:nvPr/>
                </p:nvSpPr>
                <p:spPr>
                  <a:xfrm>
                    <a:off x="3805980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</a:t>
                    </a:r>
                  </a:p>
                </p:txBody>
              </p:sp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E7BB86D7-F4EF-539B-4E44-54455AAA42DD}"/>
                      </a:ext>
                    </a:extLst>
                  </p:cNvPr>
                  <p:cNvSpPr txBox="1"/>
                  <p:nvPr/>
                </p:nvSpPr>
                <p:spPr>
                  <a:xfrm>
                    <a:off x="4208303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9</a:t>
                    </a:r>
                  </a:p>
                </p:txBody>
              </p:sp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31143A86-F510-22F2-D096-91263EB61EE0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076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17</a:t>
                    </a:r>
                  </a:p>
                </p:txBody>
              </p:sp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540A876F-2278-C8BD-525C-88350EFAC70C}"/>
                      </a:ext>
                    </a:extLst>
                  </p:cNvPr>
                  <p:cNvSpPr txBox="1"/>
                  <p:nvPr/>
                </p:nvSpPr>
                <p:spPr>
                  <a:xfrm>
                    <a:off x="4774218" y="6399688"/>
                    <a:ext cx="29367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21</a:t>
                    </a:r>
                  </a:p>
                </p:txBody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E41DFEDA-BCA1-E578-94BC-A0CA544BEE97}"/>
                      </a:ext>
                    </a:extLst>
                  </p:cNvPr>
                  <p:cNvSpPr txBox="1"/>
                  <p:nvPr/>
                </p:nvSpPr>
                <p:spPr>
                  <a:xfrm>
                    <a:off x="4378817" y="6399688"/>
                    <a:ext cx="293670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13</a:t>
                    </a:r>
                  </a:p>
                </p:txBody>
              </p:sp>
              <p:sp>
                <p:nvSpPr>
                  <p:cNvPr id="118" name="TextBox 117">
                    <a:extLst>
                      <a:ext uri="{FF2B5EF4-FFF2-40B4-BE49-F238E27FC236}">
                        <a16:creationId xmlns:a16="http://schemas.microsoft.com/office/drawing/2014/main" id="{C2A9B19C-182F-CE31-4CBE-A3668FC36835}"/>
                      </a:ext>
                    </a:extLst>
                  </p:cNvPr>
                  <p:cNvSpPr txBox="1"/>
                  <p:nvPr/>
                </p:nvSpPr>
                <p:spPr>
                  <a:xfrm>
                    <a:off x="3998348" y="6399688"/>
                    <a:ext cx="23916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US" sz="800" dirty="0"/>
                      <a:t>5</a:t>
                    </a:r>
                  </a:p>
                </p:txBody>
              </p:sp>
            </p:grpSp>
          </p:grp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B77A599B-31D4-4C8D-DA70-B175E8372901}"/>
                </a:ext>
              </a:extLst>
            </p:cNvPr>
            <p:cNvGrpSpPr/>
            <p:nvPr/>
          </p:nvGrpSpPr>
          <p:grpSpPr>
            <a:xfrm>
              <a:off x="8381554" y="-1187"/>
              <a:ext cx="2418376" cy="555209"/>
              <a:chOff x="2731824" y="18836"/>
              <a:chExt cx="2418376" cy="555209"/>
            </a:xfrm>
          </p:grpSpPr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3070AEAD-5AB3-BB48-6A82-4F68E67D2738}"/>
                  </a:ext>
                </a:extLst>
              </p:cNvPr>
              <p:cNvSpPr txBox="1"/>
              <p:nvPr/>
            </p:nvSpPr>
            <p:spPr>
              <a:xfrm>
                <a:off x="2731824" y="18836"/>
                <a:ext cx="2418376" cy="27699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Helvetica" pitchFamily="2" charset="0"/>
                  </a:rPr>
                  <a:t>Year 6</a:t>
                </a:r>
              </a:p>
            </p:txBody>
          </p: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A7DE4067-1059-CDD2-E385-89D1E0337A0E}"/>
                  </a:ext>
                </a:extLst>
              </p:cNvPr>
              <p:cNvSpPr txBox="1"/>
              <p:nvPr/>
            </p:nvSpPr>
            <p:spPr>
              <a:xfrm>
                <a:off x="2731825" y="297046"/>
                <a:ext cx="1219862" cy="27699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Weekday</a:t>
                </a:r>
              </a:p>
            </p:txBody>
          </p:sp>
          <p:sp>
            <p:nvSpPr>
              <p:cNvPr id="148" name="TextBox 147">
                <a:extLst>
                  <a:ext uri="{FF2B5EF4-FFF2-40B4-BE49-F238E27FC236}">
                    <a16:creationId xmlns:a16="http://schemas.microsoft.com/office/drawing/2014/main" id="{EBC0E1B6-504A-C32F-CA2A-8C916D4EC04A}"/>
                  </a:ext>
                </a:extLst>
              </p:cNvPr>
              <p:cNvSpPr txBox="1"/>
              <p:nvPr/>
            </p:nvSpPr>
            <p:spPr>
              <a:xfrm>
                <a:off x="3951688" y="297046"/>
                <a:ext cx="1198512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WEEKEND</a:t>
                </a:r>
              </a:p>
            </p:txBody>
          </p:sp>
        </p:grp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2B6895F4-ED65-DC21-E88D-FC783176A0DD}"/>
              </a:ext>
            </a:extLst>
          </p:cNvPr>
          <p:cNvSpPr txBox="1"/>
          <p:nvPr/>
        </p:nvSpPr>
        <p:spPr>
          <a:xfrm>
            <a:off x="289407" y="3013501"/>
            <a:ext cx="1862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109260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E56E8-B921-CECC-FA79-D5E72449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1F44F6D-F8E5-0601-42D5-E01A134DD5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00"/>
          <a:stretch>
            <a:fillRect/>
          </a:stretch>
        </p:blipFill>
        <p:spPr>
          <a:xfrm>
            <a:off x="3885235" y="552415"/>
            <a:ext cx="8306765" cy="6291246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7A7BC1E-5D47-5E58-E7A3-62974035C6B2}"/>
              </a:ext>
            </a:extLst>
          </p:cNvPr>
          <p:cNvCxnSpPr>
            <a:cxnSpLocks/>
          </p:cNvCxnSpPr>
          <p:nvPr/>
        </p:nvCxnSpPr>
        <p:spPr>
          <a:xfrm flipV="1">
            <a:off x="7304815" y="552415"/>
            <a:ext cx="0" cy="629124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8434301-FEE9-1901-3D50-C8D18BD54266}"/>
              </a:ext>
            </a:extLst>
          </p:cNvPr>
          <p:cNvGrpSpPr/>
          <p:nvPr/>
        </p:nvGrpSpPr>
        <p:grpSpPr>
          <a:xfrm>
            <a:off x="5933611" y="6340087"/>
            <a:ext cx="1350235" cy="251317"/>
            <a:chOff x="3990993" y="6592344"/>
            <a:chExt cx="1350235" cy="251317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75B2F66C-6CDE-68CA-6E4C-B39CD7F536A1}"/>
                </a:ext>
              </a:extLst>
            </p:cNvPr>
            <p:cNvGrpSpPr/>
            <p:nvPr/>
          </p:nvGrpSpPr>
          <p:grpSpPr>
            <a:xfrm>
              <a:off x="3990993" y="6592344"/>
              <a:ext cx="239169" cy="251317"/>
              <a:chOff x="3990993" y="6590162"/>
              <a:chExt cx="239169" cy="251317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E1C2F0C9-CB9D-23D4-E609-33F1A12D76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8BE690-7F42-4B62-7911-43BF6DDB4039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B2EED1C-D6C8-FB04-C9FC-DCC9A5E2F6F5}"/>
                </a:ext>
              </a:extLst>
            </p:cNvPr>
            <p:cNvGrpSpPr/>
            <p:nvPr/>
          </p:nvGrpSpPr>
          <p:grpSpPr>
            <a:xfrm>
              <a:off x="4432960" y="6592344"/>
              <a:ext cx="239169" cy="251317"/>
              <a:chOff x="4393316" y="6590162"/>
              <a:chExt cx="239169" cy="251317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3F82EBA-87E5-9EF3-4DEB-9DF08DD6AC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5977C7-063F-B768-D758-D68D5CE543DB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A99D065-EB7B-294F-F27E-A3EAA62D22B7}"/>
                </a:ext>
              </a:extLst>
            </p:cNvPr>
            <p:cNvGrpSpPr/>
            <p:nvPr/>
          </p:nvGrpSpPr>
          <p:grpSpPr>
            <a:xfrm>
              <a:off x="4833685" y="6592344"/>
              <a:ext cx="293670" cy="251317"/>
              <a:chOff x="4764089" y="6590162"/>
              <a:chExt cx="293670" cy="25131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CA6EB0C8-AB7B-51EA-36A8-22232B4042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A8CC9B6-869D-B19C-8B04-DEA11F9A7855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676DDAC-B251-F948-A045-FFD94CC113E0}"/>
                </a:ext>
              </a:extLst>
            </p:cNvPr>
            <p:cNvGrpSpPr/>
            <p:nvPr/>
          </p:nvGrpSpPr>
          <p:grpSpPr>
            <a:xfrm>
              <a:off x="5047557" y="6592344"/>
              <a:ext cx="293671" cy="251317"/>
              <a:chOff x="4959231" y="6590162"/>
              <a:chExt cx="293671" cy="251317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42A042F-9C7F-334A-3558-C418D9BD6A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C3B72D8-84E2-6B2E-5CE6-46650F49964E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09E5738-11D6-6B14-85DF-62DEF2EC19D9}"/>
                </a:ext>
              </a:extLst>
            </p:cNvPr>
            <p:cNvGrpSpPr/>
            <p:nvPr/>
          </p:nvGrpSpPr>
          <p:grpSpPr>
            <a:xfrm>
              <a:off x="4617253" y="6592344"/>
              <a:ext cx="293670" cy="251317"/>
              <a:chOff x="4563830" y="6590162"/>
              <a:chExt cx="293670" cy="251317"/>
            </a:xfrm>
          </p:grpSpPr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8DEFC4D7-B5D3-DE2A-0DB2-9CDE57519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911578-4B87-16DA-98DA-7067B7DCB01C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08E4F00F-E5C3-53B9-1EB6-3CCE910E025E}"/>
                </a:ext>
              </a:extLst>
            </p:cNvPr>
            <p:cNvGrpSpPr/>
            <p:nvPr/>
          </p:nvGrpSpPr>
          <p:grpSpPr>
            <a:xfrm>
              <a:off x="4200945" y="6592344"/>
              <a:ext cx="239169" cy="251317"/>
              <a:chOff x="4183361" y="6590162"/>
              <a:chExt cx="239169" cy="251317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71BA84A-07AC-E078-6CBA-363AEAEA3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2589120-8825-0E9A-9E55-FD0D8A7EA9AF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8E5D50-0F1A-F6C7-71E9-7793718A1838}"/>
              </a:ext>
            </a:extLst>
          </p:cNvPr>
          <p:cNvCxnSpPr>
            <a:cxnSpLocks/>
          </p:cNvCxnSpPr>
          <p:nvPr/>
        </p:nvCxnSpPr>
        <p:spPr>
          <a:xfrm flipV="1">
            <a:off x="8596439" y="566754"/>
            <a:ext cx="0" cy="629124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CEA195B-CF50-45CB-ED96-3EA56C3B21DE}"/>
              </a:ext>
            </a:extLst>
          </p:cNvPr>
          <p:cNvGrpSpPr/>
          <p:nvPr/>
        </p:nvGrpSpPr>
        <p:grpSpPr>
          <a:xfrm>
            <a:off x="7232694" y="6354426"/>
            <a:ext cx="1350235" cy="251317"/>
            <a:chOff x="3990993" y="6592344"/>
            <a:chExt cx="1350235" cy="251317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D8E7945C-3874-400B-D908-8C454C1B61BD}"/>
                </a:ext>
              </a:extLst>
            </p:cNvPr>
            <p:cNvGrpSpPr/>
            <p:nvPr/>
          </p:nvGrpSpPr>
          <p:grpSpPr>
            <a:xfrm>
              <a:off x="3990993" y="6592344"/>
              <a:ext cx="239169" cy="251317"/>
              <a:chOff x="3990993" y="6590162"/>
              <a:chExt cx="239169" cy="251317"/>
            </a:xfrm>
          </p:grpSpPr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1AE82DA1-E682-CCF5-9AFC-691F81F4B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09F60BE-5D7F-D968-81A3-740C51A0D37C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676A5EEF-49FE-19EE-6856-895AA7CF9CB5}"/>
                </a:ext>
              </a:extLst>
            </p:cNvPr>
            <p:cNvGrpSpPr/>
            <p:nvPr/>
          </p:nvGrpSpPr>
          <p:grpSpPr>
            <a:xfrm>
              <a:off x="4432960" y="6592344"/>
              <a:ext cx="239169" cy="251317"/>
              <a:chOff x="4393316" y="6590162"/>
              <a:chExt cx="239169" cy="251317"/>
            </a:xfrm>
          </p:grpSpPr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83AC8213-408C-9368-976A-F4B1C64A75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6A922C74-46FE-4B8A-DC49-20598956EE82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9090D0E5-AF5B-87E6-A9EF-8D2D40B083EA}"/>
                </a:ext>
              </a:extLst>
            </p:cNvPr>
            <p:cNvGrpSpPr/>
            <p:nvPr/>
          </p:nvGrpSpPr>
          <p:grpSpPr>
            <a:xfrm>
              <a:off x="4833685" y="6592344"/>
              <a:ext cx="293670" cy="251317"/>
              <a:chOff x="4764089" y="6590162"/>
              <a:chExt cx="293670" cy="251317"/>
            </a:xfrm>
          </p:grpSpPr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1C71804-BAC6-CFB2-E0E8-0A5D2AD55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10F1DBE-97E4-571A-05ED-746BA39DDC5A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42B50C16-4D1B-6DD5-CB4E-18ABE507E132}"/>
                </a:ext>
              </a:extLst>
            </p:cNvPr>
            <p:cNvGrpSpPr/>
            <p:nvPr/>
          </p:nvGrpSpPr>
          <p:grpSpPr>
            <a:xfrm>
              <a:off x="5047557" y="6592344"/>
              <a:ext cx="293671" cy="251317"/>
              <a:chOff x="4959231" y="6590162"/>
              <a:chExt cx="293671" cy="251317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416523C2-ED9C-A607-A3BC-914DBCBBC0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87201725-044C-13D6-899E-2BFD6A664D28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1FAA52BD-355D-620F-F292-467A0AD195EC}"/>
                </a:ext>
              </a:extLst>
            </p:cNvPr>
            <p:cNvGrpSpPr/>
            <p:nvPr/>
          </p:nvGrpSpPr>
          <p:grpSpPr>
            <a:xfrm>
              <a:off x="4617253" y="6592344"/>
              <a:ext cx="293670" cy="251317"/>
              <a:chOff x="4563830" y="6590162"/>
              <a:chExt cx="293670" cy="251317"/>
            </a:xfrm>
          </p:grpSpPr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A999F6C-D5F7-7B40-7A28-FF2360F99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1C5998B-529B-4A27-444F-F33EF5A744DC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D6A416E7-36B5-CE3A-1998-0C0C02BAD7E2}"/>
                </a:ext>
              </a:extLst>
            </p:cNvPr>
            <p:cNvGrpSpPr/>
            <p:nvPr/>
          </p:nvGrpSpPr>
          <p:grpSpPr>
            <a:xfrm>
              <a:off x="4200945" y="6592344"/>
              <a:ext cx="239169" cy="251317"/>
              <a:chOff x="4183361" y="6590162"/>
              <a:chExt cx="239169" cy="251317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126A603C-B08E-8418-EC7C-0CDA2589E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5BED8F1E-7872-FB56-289F-8B28F1B0C892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9AAF18B5-6265-F955-80A0-FBBEDA3DD483}"/>
              </a:ext>
            </a:extLst>
          </p:cNvPr>
          <p:cNvCxnSpPr>
            <a:cxnSpLocks/>
          </p:cNvCxnSpPr>
          <p:nvPr/>
        </p:nvCxnSpPr>
        <p:spPr>
          <a:xfrm flipV="1">
            <a:off x="9890735" y="560360"/>
            <a:ext cx="0" cy="629124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6" name="Group 95">
            <a:extLst>
              <a:ext uri="{FF2B5EF4-FFF2-40B4-BE49-F238E27FC236}">
                <a16:creationId xmlns:a16="http://schemas.microsoft.com/office/drawing/2014/main" id="{52191B58-8C65-3825-259C-002C770AC314}"/>
              </a:ext>
            </a:extLst>
          </p:cNvPr>
          <p:cNvGrpSpPr/>
          <p:nvPr/>
        </p:nvGrpSpPr>
        <p:grpSpPr>
          <a:xfrm>
            <a:off x="8526990" y="6348032"/>
            <a:ext cx="1350235" cy="251317"/>
            <a:chOff x="3990993" y="6592344"/>
            <a:chExt cx="1350235" cy="251317"/>
          </a:xfrm>
        </p:grpSpPr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F26B5692-6548-545F-E948-661865EA66F4}"/>
                </a:ext>
              </a:extLst>
            </p:cNvPr>
            <p:cNvGrpSpPr/>
            <p:nvPr/>
          </p:nvGrpSpPr>
          <p:grpSpPr>
            <a:xfrm>
              <a:off x="3990993" y="6592344"/>
              <a:ext cx="239169" cy="251317"/>
              <a:chOff x="3990993" y="6590162"/>
              <a:chExt cx="239169" cy="251317"/>
            </a:xfrm>
          </p:grpSpPr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3BDFC4A0-C613-B75C-339C-29017716A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538EC518-30CE-940D-2527-71F1524034EE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72F284D8-D1DA-36AE-ABDD-43294C3F6EF7}"/>
                </a:ext>
              </a:extLst>
            </p:cNvPr>
            <p:cNvGrpSpPr/>
            <p:nvPr/>
          </p:nvGrpSpPr>
          <p:grpSpPr>
            <a:xfrm>
              <a:off x="4432960" y="6592344"/>
              <a:ext cx="239169" cy="251317"/>
              <a:chOff x="4393316" y="6590162"/>
              <a:chExt cx="239169" cy="251317"/>
            </a:xfrm>
          </p:grpSpPr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1475B84A-6691-96CB-9C21-5374301269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BFF48E43-F6C2-EA19-A261-5A7F3679180C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03E1FDC-9231-0963-35B2-C1ED4566DB1E}"/>
                </a:ext>
              </a:extLst>
            </p:cNvPr>
            <p:cNvGrpSpPr/>
            <p:nvPr/>
          </p:nvGrpSpPr>
          <p:grpSpPr>
            <a:xfrm>
              <a:off x="4833685" y="6592344"/>
              <a:ext cx="293670" cy="251317"/>
              <a:chOff x="4764089" y="6590162"/>
              <a:chExt cx="293670" cy="251317"/>
            </a:xfrm>
          </p:grpSpPr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BEE4E1AF-B2CC-CFF9-A78E-E2DA5E4EF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526A0432-C3F2-7337-51AE-F6AE81548A2C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EFD3B408-2826-0FA6-68F9-190F75AA6B6A}"/>
                </a:ext>
              </a:extLst>
            </p:cNvPr>
            <p:cNvGrpSpPr/>
            <p:nvPr/>
          </p:nvGrpSpPr>
          <p:grpSpPr>
            <a:xfrm>
              <a:off x="5047557" y="6592344"/>
              <a:ext cx="293671" cy="251317"/>
              <a:chOff x="4959231" y="6590162"/>
              <a:chExt cx="293671" cy="251317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851C6BF5-5E89-7E86-0C51-9746A78718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E47B56EA-0836-BB87-7E9C-8945BD438798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E4A698C2-5FE9-AD85-EFAF-310E57CBBD1A}"/>
                </a:ext>
              </a:extLst>
            </p:cNvPr>
            <p:cNvGrpSpPr/>
            <p:nvPr/>
          </p:nvGrpSpPr>
          <p:grpSpPr>
            <a:xfrm>
              <a:off x="4617253" y="6592344"/>
              <a:ext cx="293670" cy="251317"/>
              <a:chOff x="4563830" y="6590162"/>
              <a:chExt cx="293670" cy="251317"/>
            </a:xfrm>
          </p:grpSpPr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83A4BA8-105A-4DAB-2DE6-B1653AE900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029B6BAF-8F79-E463-61D6-80068C6C246F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C3A3143-4568-9BFF-4E67-5B1A4CF76EA2}"/>
                </a:ext>
              </a:extLst>
            </p:cNvPr>
            <p:cNvGrpSpPr/>
            <p:nvPr/>
          </p:nvGrpSpPr>
          <p:grpSpPr>
            <a:xfrm>
              <a:off x="4200945" y="6592344"/>
              <a:ext cx="239169" cy="251317"/>
              <a:chOff x="4183361" y="6590162"/>
              <a:chExt cx="239169" cy="251317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044D8318-A604-8363-23ED-4C9E6856DB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0F1BC813-039E-F81A-A596-F89A3762BF59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C49A2F02-A0A1-EFA8-33DF-FCC4B6D7F07B}"/>
              </a:ext>
            </a:extLst>
          </p:cNvPr>
          <p:cNvGrpSpPr/>
          <p:nvPr/>
        </p:nvGrpSpPr>
        <p:grpSpPr>
          <a:xfrm>
            <a:off x="9821286" y="6341638"/>
            <a:ext cx="1350235" cy="251317"/>
            <a:chOff x="3990993" y="6592344"/>
            <a:chExt cx="1350235" cy="251317"/>
          </a:xfrm>
        </p:grpSpPr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1A3A85ED-807D-1825-83B6-092FCCB621CD}"/>
                </a:ext>
              </a:extLst>
            </p:cNvPr>
            <p:cNvGrpSpPr/>
            <p:nvPr/>
          </p:nvGrpSpPr>
          <p:grpSpPr>
            <a:xfrm>
              <a:off x="3990993" y="6592344"/>
              <a:ext cx="239169" cy="251317"/>
              <a:chOff x="3990993" y="6590162"/>
              <a:chExt cx="239169" cy="251317"/>
            </a:xfrm>
          </p:grpSpPr>
          <p:cxnSp>
            <p:nvCxnSpPr>
              <p:cNvPr id="165" name="Straight Connector 164">
                <a:extLst>
                  <a:ext uri="{FF2B5EF4-FFF2-40B4-BE49-F238E27FC236}">
                    <a16:creationId xmlns:a16="http://schemas.microsoft.com/office/drawing/2014/main" id="{52E4F070-01FF-1619-8A3A-A019D8D923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TextBox 165">
                <a:extLst>
                  <a:ext uri="{FF2B5EF4-FFF2-40B4-BE49-F238E27FC236}">
                    <a16:creationId xmlns:a16="http://schemas.microsoft.com/office/drawing/2014/main" id="{C51197FD-10BB-E86B-37A1-4568A4348EF5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F48C9AAC-EB47-B18F-8A8C-AC0B7C712AD1}"/>
                </a:ext>
              </a:extLst>
            </p:cNvPr>
            <p:cNvGrpSpPr/>
            <p:nvPr/>
          </p:nvGrpSpPr>
          <p:grpSpPr>
            <a:xfrm>
              <a:off x="4432960" y="6592344"/>
              <a:ext cx="239169" cy="251317"/>
              <a:chOff x="4393316" y="6590162"/>
              <a:chExt cx="239169" cy="251317"/>
            </a:xfrm>
          </p:grpSpPr>
          <p:cxnSp>
            <p:nvCxnSpPr>
              <p:cNvPr id="163" name="Straight Connector 162">
                <a:extLst>
                  <a:ext uri="{FF2B5EF4-FFF2-40B4-BE49-F238E27FC236}">
                    <a16:creationId xmlns:a16="http://schemas.microsoft.com/office/drawing/2014/main" id="{78BF8464-A9B5-FECF-FECC-7A4B7232FF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D0223A66-7BAD-8F75-8997-5095C509B5AF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9A337128-943A-D672-1005-98BDEF9543C9}"/>
                </a:ext>
              </a:extLst>
            </p:cNvPr>
            <p:cNvGrpSpPr/>
            <p:nvPr/>
          </p:nvGrpSpPr>
          <p:grpSpPr>
            <a:xfrm>
              <a:off x="4833685" y="6592344"/>
              <a:ext cx="293670" cy="251317"/>
              <a:chOff x="4764089" y="6590162"/>
              <a:chExt cx="293670" cy="251317"/>
            </a:xfrm>
          </p:grpSpPr>
          <p:cxnSp>
            <p:nvCxnSpPr>
              <p:cNvPr id="161" name="Straight Connector 160">
                <a:extLst>
                  <a:ext uri="{FF2B5EF4-FFF2-40B4-BE49-F238E27FC236}">
                    <a16:creationId xmlns:a16="http://schemas.microsoft.com/office/drawing/2014/main" id="{56DC53CE-3B6E-8FE4-6F65-56074DFAAE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C72705F-DF58-75B0-933E-C39F85C7079D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60573432-3074-E2B0-C338-361980660F05}"/>
                </a:ext>
              </a:extLst>
            </p:cNvPr>
            <p:cNvGrpSpPr/>
            <p:nvPr/>
          </p:nvGrpSpPr>
          <p:grpSpPr>
            <a:xfrm>
              <a:off x="5047557" y="6592344"/>
              <a:ext cx="293671" cy="251317"/>
              <a:chOff x="4959231" y="6590162"/>
              <a:chExt cx="293671" cy="251317"/>
            </a:xfrm>
          </p:grpSpPr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66AF50CA-D319-75C2-2ABC-20DB6B4C31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EDBF9E29-AD15-0191-CAF4-49FEAB081DAF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102B477-C9A2-16BD-F9C2-EDB614F18ACD}"/>
                </a:ext>
              </a:extLst>
            </p:cNvPr>
            <p:cNvGrpSpPr/>
            <p:nvPr/>
          </p:nvGrpSpPr>
          <p:grpSpPr>
            <a:xfrm>
              <a:off x="4617253" y="6592344"/>
              <a:ext cx="293670" cy="251317"/>
              <a:chOff x="4563830" y="6590162"/>
              <a:chExt cx="293670" cy="251317"/>
            </a:xfrm>
          </p:grpSpPr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9BF3E87A-33EF-B2B3-A4A2-4D9E9E27C0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D2D7B37A-FBEA-C78B-CF22-339C4908AB49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A43D4563-E377-7B85-EDA5-BC0AA7715587}"/>
                </a:ext>
              </a:extLst>
            </p:cNvPr>
            <p:cNvGrpSpPr/>
            <p:nvPr/>
          </p:nvGrpSpPr>
          <p:grpSpPr>
            <a:xfrm>
              <a:off x="4200945" y="6592344"/>
              <a:ext cx="239169" cy="251317"/>
              <a:chOff x="4183361" y="6590162"/>
              <a:chExt cx="239169" cy="251317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93296AD4-506F-7546-7934-8C2787DC2D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5E09715F-F71A-9577-96F0-C3EA515F7B2C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DF29F2DC-8DE5-2054-CDE2-187EF6224D4B}"/>
              </a:ext>
            </a:extLst>
          </p:cNvPr>
          <p:cNvGrpSpPr/>
          <p:nvPr/>
        </p:nvGrpSpPr>
        <p:grpSpPr>
          <a:xfrm>
            <a:off x="6014482" y="34244"/>
            <a:ext cx="5172899" cy="555209"/>
            <a:chOff x="6014482" y="34244"/>
            <a:chExt cx="5172899" cy="555209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F79B1A3-6EEF-D1AD-3762-53F7A1A01FB6}"/>
                </a:ext>
              </a:extLst>
            </p:cNvPr>
            <p:cNvSpPr txBox="1"/>
            <p:nvPr/>
          </p:nvSpPr>
          <p:spPr>
            <a:xfrm>
              <a:off x="6014482" y="34244"/>
              <a:ext cx="2581956" cy="27699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2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A300601F-BBB3-B0D9-EE0F-A056968F1AFD}"/>
                </a:ext>
              </a:extLst>
            </p:cNvPr>
            <p:cNvSpPr txBox="1"/>
            <p:nvPr/>
          </p:nvSpPr>
          <p:spPr>
            <a:xfrm>
              <a:off x="8594088" y="34244"/>
              <a:ext cx="2590619" cy="27699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6</a:t>
              </a:r>
            </a:p>
          </p:txBody>
        </p:sp>
        <p:grpSp>
          <p:nvGrpSpPr>
            <p:cNvPr id="175" name="Group 174">
              <a:extLst>
                <a:ext uri="{FF2B5EF4-FFF2-40B4-BE49-F238E27FC236}">
                  <a16:creationId xmlns:a16="http://schemas.microsoft.com/office/drawing/2014/main" id="{BA6D906A-0DAB-5802-575B-E3009CAE2A7A}"/>
                </a:ext>
              </a:extLst>
            </p:cNvPr>
            <p:cNvGrpSpPr/>
            <p:nvPr/>
          </p:nvGrpSpPr>
          <p:grpSpPr>
            <a:xfrm>
              <a:off x="6014482" y="312454"/>
              <a:ext cx="2576931" cy="276999"/>
              <a:chOff x="2376414" y="307271"/>
              <a:chExt cx="2576931" cy="276999"/>
            </a:xfrm>
          </p:grpSpPr>
          <p:sp>
            <p:nvSpPr>
              <p:cNvPr id="170" name="TextBox 169">
                <a:extLst>
                  <a:ext uri="{FF2B5EF4-FFF2-40B4-BE49-F238E27FC236}">
                    <a16:creationId xmlns:a16="http://schemas.microsoft.com/office/drawing/2014/main" id="{10F97972-C941-C1BE-19D1-6A7EC17AD349}"/>
                  </a:ext>
                </a:extLst>
              </p:cNvPr>
              <p:cNvSpPr txBox="1"/>
              <p:nvPr/>
            </p:nvSpPr>
            <p:spPr>
              <a:xfrm>
                <a:off x="2376414" y="307271"/>
                <a:ext cx="1285308" cy="27699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Weekday</a:t>
                </a:r>
              </a:p>
            </p:txBody>
          </p: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FCEF85E1-2A17-FE23-8E9B-0336A442EB95}"/>
                  </a:ext>
                </a:extLst>
              </p:cNvPr>
              <p:cNvSpPr txBox="1"/>
              <p:nvPr/>
            </p:nvSpPr>
            <p:spPr>
              <a:xfrm>
                <a:off x="3668037" y="307271"/>
                <a:ext cx="1285308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WEEKEND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105B7C5A-8F00-7ED6-32CF-CE8880DCEDEE}"/>
                </a:ext>
              </a:extLst>
            </p:cNvPr>
            <p:cNvGrpSpPr/>
            <p:nvPr/>
          </p:nvGrpSpPr>
          <p:grpSpPr>
            <a:xfrm>
              <a:off x="8597536" y="312454"/>
              <a:ext cx="2589845" cy="276999"/>
              <a:chOff x="4969144" y="317637"/>
              <a:chExt cx="2589845" cy="276999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22A1259A-FCF7-BD4E-D128-4E0453B8EAE8}"/>
                  </a:ext>
                </a:extLst>
              </p:cNvPr>
              <p:cNvSpPr txBox="1"/>
              <p:nvPr/>
            </p:nvSpPr>
            <p:spPr>
              <a:xfrm>
                <a:off x="4969144" y="317637"/>
                <a:ext cx="1285308" cy="27699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Weekday</a:t>
                </a:r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0992F186-2A65-71A8-E12B-C86547946C56}"/>
                  </a:ext>
                </a:extLst>
              </p:cNvPr>
              <p:cNvSpPr txBox="1"/>
              <p:nvPr/>
            </p:nvSpPr>
            <p:spPr>
              <a:xfrm>
                <a:off x="6257152" y="317637"/>
                <a:ext cx="1301837" cy="276999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latin typeface="Helvetica" pitchFamily="2" charset="0"/>
                  </a:rPr>
                  <a:t>WEEKEND</a:t>
                </a:r>
              </a:p>
            </p:txBody>
          </p:sp>
        </p:grpSp>
      </p:grpSp>
      <p:sp>
        <p:nvSpPr>
          <p:cNvPr id="177" name="TextBox 176">
            <a:extLst>
              <a:ext uri="{FF2B5EF4-FFF2-40B4-BE49-F238E27FC236}">
                <a16:creationId xmlns:a16="http://schemas.microsoft.com/office/drawing/2014/main" id="{6B413053-F6BA-EB13-152F-825D185639C2}"/>
              </a:ext>
            </a:extLst>
          </p:cNvPr>
          <p:cNvSpPr txBox="1"/>
          <p:nvPr/>
        </p:nvSpPr>
        <p:spPr>
          <a:xfrm>
            <a:off x="558124" y="2828835"/>
            <a:ext cx="26998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STEPS</a:t>
            </a:r>
          </a:p>
        </p:txBody>
      </p:sp>
    </p:spTree>
    <p:extLst>
      <p:ext uri="{BB962C8B-B14F-4D97-AF65-F5344CB8AC3E}">
        <p14:creationId xmlns:p14="http://schemas.microsoft.com/office/powerpoint/2010/main" val="2989946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3FBB3-11B1-6BFD-7F41-B8DF8E0D3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Box 176">
            <a:extLst>
              <a:ext uri="{FF2B5EF4-FFF2-40B4-BE49-F238E27FC236}">
                <a16:creationId xmlns:a16="http://schemas.microsoft.com/office/drawing/2014/main" id="{93E8CD28-DC2D-DE62-19C0-97252F664101}"/>
              </a:ext>
            </a:extLst>
          </p:cNvPr>
          <p:cNvSpPr txBox="1"/>
          <p:nvPr/>
        </p:nvSpPr>
        <p:spPr>
          <a:xfrm>
            <a:off x="506887" y="2828835"/>
            <a:ext cx="272702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SLEEP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8E9A13-48EB-C13A-DD1A-18A2C3571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37"/>
          <a:stretch>
            <a:fillRect/>
          </a:stretch>
        </p:blipFill>
        <p:spPr>
          <a:xfrm>
            <a:off x="4189722" y="554599"/>
            <a:ext cx="7772400" cy="6310788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DED6C66-D252-3BB9-C05A-4C335B8DB212}"/>
              </a:ext>
            </a:extLst>
          </p:cNvPr>
          <p:cNvCxnSpPr>
            <a:cxnSpLocks/>
          </p:cNvCxnSpPr>
          <p:nvPr/>
        </p:nvCxnSpPr>
        <p:spPr>
          <a:xfrm flipV="1">
            <a:off x="7288582" y="536917"/>
            <a:ext cx="0" cy="6340682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311659D-235A-1A7C-EC71-203BB7A5ADFC}"/>
              </a:ext>
            </a:extLst>
          </p:cNvPr>
          <p:cNvGrpSpPr/>
          <p:nvPr/>
        </p:nvGrpSpPr>
        <p:grpSpPr>
          <a:xfrm>
            <a:off x="5974076" y="6457764"/>
            <a:ext cx="1301536" cy="251317"/>
            <a:chOff x="5974076" y="6457764"/>
            <a:chExt cx="1301536" cy="25131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BF2E5C9-D49B-FB29-CCA2-0F2368E47574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53D37835-D921-F43D-30D5-EC81A1B710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BB4E75E-47AD-26D3-08E7-1EB16D72E42D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6BB4756-55FE-CE7D-74A0-024E0C3AC4F9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53F323C-F216-EFA0-53CD-D49DE43F3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10BE09F-3925-C27A-C977-83A52ED679B8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1A777B8E-8817-EB6E-B833-1633871CFB9A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82B699C-C0E3-5442-B622-32EE936866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7F994E-A291-FA6F-AB1F-CAFE58A3B068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69ED405-44E1-689D-CC97-442A616ADA00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C9FFFEA4-8B49-6D04-3A27-4B5F48007A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3647570-732D-210C-D8FC-CA0A4C6D28F7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5146001-E2C1-0BAF-DF3E-2DF4758A488C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ABC0DFB7-85AB-F7C4-43DC-90066E17B0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7220C13-66F7-B880-8638-A8905A451205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57D4F8D-6BC3-9087-FEBC-56FACFB40932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22A5668-2900-F2B1-E0C4-26C6D315D5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CBCBB52-5121-5490-E369-CFA08C3626A7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57A8DE5-CCEC-5821-9C4D-4DB8D826016A}"/>
              </a:ext>
            </a:extLst>
          </p:cNvPr>
          <p:cNvCxnSpPr>
            <a:cxnSpLocks/>
          </p:cNvCxnSpPr>
          <p:nvPr/>
        </p:nvCxnSpPr>
        <p:spPr>
          <a:xfrm flipV="1">
            <a:off x="8521463" y="529168"/>
            <a:ext cx="0" cy="6340682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4DC795B-ED55-3AC9-060C-678FCE14C5CD}"/>
              </a:ext>
            </a:extLst>
          </p:cNvPr>
          <p:cNvGrpSpPr/>
          <p:nvPr/>
        </p:nvGrpSpPr>
        <p:grpSpPr>
          <a:xfrm>
            <a:off x="7206891" y="6457764"/>
            <a:ext cx="1301536" cy="251317"/>
            <a:chOff x="5974076" y="6457764"/>
            <a:chExt cx="1301536" cy="25131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5C06030C-9B65-ED04-D7E1-83C3BF1D7FD5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55CD2C67-1C00-ABFE-544B-7339C34472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D134E01-D1EC-A917-3D10-B7DFB4A685BA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2A62C7C1-1D80-4FD3-B897-166EC633E08D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C9A4692A-99A6-3336-3BF8-6814D95814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EBB2B3E-55CE-6AB4-F264-7FCD260774D6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88592595-E899-A3C3-B6EF-DE4D44978189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8A718EB-D239-7947-5566-B3B4F808A2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41AAF39-95A5-EAD4-D655-655EAC528537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BF63AAF-8BD3-D178-79EB-207EA09B3871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F5CCF6B-3DF5-6CB4-DC25-D062CAF501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7A70268-A757-C2B2-B613-BD5147B4C2E0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F4CA5C8C-8BF7-01A5-2734-E0C88A8A100F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14FD6745-5A03-D116-1914-7B2F5372D3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511F10B2-01F5-CBA0-2E7A-77561B496774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0AFE61DF-6E2A-5A03-E6EF-5C5E4836B384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FEBBA277-043E-38B3-BD97-8B876FCFDA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E920522-B605-6D11-CF6C-8F28BA451167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E38694E0-33FD-6B88-B3A3-8F735256BC7B}"/>
              </a:ext>
            </a:extLst>
          </p:cNvPr>
          <p:cNvCxnSpPr>
            <a:cxnSpLocks/>
          </p:cNvCxnSpPr>
          <p:nvPr/>
        </p:nvCxnSpPr>
        <p:spPr>
          <a:xfrm flipV="1">
            <a:off x="9752849" y="529168"/>
            <a:ext cx="0" cy="6340682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0D38D3C-4B62-CDAC-CCA7-726758712677}"/>
              </a:ext>
            </a:extLst>
          </p:cNvPr>
          <p:cNvGrpSpPr/>
          <p:nvPr/>
        </p:nvGrpSpPr>
        <p:grpSpPr>
          <a:xfrm>
            <a:off x="8453841" y="6457764"/>
            <a:ext cx="1301536" cy="251317"/>
            <a:chOff x="5974076" y="6457764"/>
            <a:chExt cx="1301536" cy="251317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A3243B76-F724-7F1F-D7C5-0D8866BE00C9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D654F466-80B3-1020-3966-2B737BA4C7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CE1F32F-F3C3-8AAD-5BF6-9C2A45E44291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40655C8-5DC2-53F3-48CD-09523A215085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B905AB8E-0333-9BC9-339D-7B754B640D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D81486E-A0FB-7E89-EB4C-5D12546C2826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AD8EC189-F1C3-31AC-08E5-30426120BA36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6D59CA6D-3ECA-292D-AB65-B1B2DBB790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17A7FAF5-03C1-C0D9-CD1E-171249F633AC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81A2FF6B-894B-7977-23C1-48415ED38D2F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726E07A0-8FB0-2980-CDCC-D394FE9EA3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FD193F8F-4E0C-0854-D1EB-47B375476D12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1ECB04C7-95FF-A1DF-DBF2-5980DE279407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983EC23B-8601-E7A7-6E8A-65AF38D1F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225C9DF5-6762-58C1-7FD6-E9374638DF62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E3751FA1-F80C-B251-B87B-D08328FD66AC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89F0C7DD-4C6A-5EBB-FAC6-CD2BB7937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A8E6377-9C5F-B756-439A-B6BFDA51A093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39B091C-4499-A9C5-B086-6886044CC954}"/>
              </a:ext>
            </a:extLst>
          </p:cNvPr>
          <p:cNvGrpSpPr/>
          <p:nvPr/>
        </p:nvGrpSpPr>
        <p:grpSpPr>
          <a:xfrm>
            <a:off x="9700791" y="6457764"/>
            <a:ext cx="1301536" cy="251317"/>
            <a:chOff x="5974076" y="6457764"/>
            <a:chExt cx="1301536" cy="251317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B85BCACE-E900-D433-0538-61DC464E3A19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FBA5AFB6-7B25-FBE9-CABE-3837010A8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019374C1-2D0E-DDB7-3713-821EC68C1C05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039331E8-72C9-31DC-51E6-6A35CFF38585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15A7A4D3-0F25-BF55-6ED2-A8A830177D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6689595D-EC66-AE9D-C7C6-2D5A0E8C5B2B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3CC0B2A1-B2FF-A4C4-6FB8-8B69A7780C1F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D5929F01-887A-1CF9-ED2C-4929E26468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9FA46F1E-4FA0-5C41-B67F-83DBE7EA647A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AF5A2A63-29D5-A1E4-8E86-E79D07EF995E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E308059B-A988-CD5C-0EEA-18E731FEEC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82F32B02-2BFA-4DAE-EA37-C28879CC020A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31476D82-35F4-3321-27DB-043D38F71977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67CA87D1-2719-705A-1143-B62F33D7D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D0E129EB-2177-96F7-83A9-B9ACA79234D4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7EE76EF5-35F6-7144-A739-C9960B959510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C8E3EDF1-1F6A-FB94-F4B2-FB539E7CB4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06ACCD6-EC37-B373-6E18-FB0329A711EF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0B2B46A3-EE62-9847-7410-88D5745C0A06}"/>
              </a:ext>
            </a:extLst>
          </p:cNvPr>
          <p:cNvGrpSpPr/>
          <p:nvPr/>
        </p:nvGrpSpPr>
        <p:grpSpPr>
          <a:xfrm>
            <a:off x="6052184" y="51857"/>
            <a:ext cx="4954908" cy="499420"/>
            <a:chOff x="6052184" y="51857"/>
            <a:chExt cx="4954908" cy="499420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EE374469-5FA1-A383-8EB6-712DFFB6BAEF}"/>
                </a:ext>
              </a:extLst>
            </p:cNvPr>
            <p:cNvSpPr txBox="1"/>
            <p:nvPr/>
          </p:nvSpPr>
          <p:spPr>
            <a:xfrm>
              <a:off x="6052184" y="51857"/>
              <a:ext cx="2469213" cy="2518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2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1B6C8C2C-43BE-FD9D-1E46-07B83EE5E163}"/>
                </a:ext>
              </a:extLst>
            </p:cNvPr>
            <p:cNvSpPr txBox="1"/>
            <p:nvPr/>
          </p:nvSpPr>
          <p:spPr>
            <a:xfrm>
              <a:off x="8518698" y="51857"/>
              <a:ext cx="2488394" cy="2518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6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0B885083-D4AC-1C0F-C89F-455593B43093}"/>
                </a:ext>
              </a:extLst>
            </p:cNvPr>
            <p:cNvSpPr txBox="1"/>
            <p:nvPr/>
          </p:nvSpPr>
          <p:spPr>
            <a:xfrm>
              <a:off x="6052184" y="299458"/>
              <a:ext cx="1237497" cy="25181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Weekday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524C79A9-C282-5AF9-B0F2-8BC9B5A74C31}"/>
                </a:ext>
              </a:extLst>
            </p:cNvPr>
            <p:cNvSpPr txBox="1"/>
            <p:nvPr/>
          </p:nvSpPr>
          <p:spPr>
            <a:xfrm>
              <a:off x="7292381" y="299457"/>
              <a:ext cx="1229016" cy="2518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WEEKEND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DBD9AA97-3D65-2494-8E77-A261C285D3AC}"/>
                </a:ext>
              </a:extLst>
            </p:cNvPr>
            <p:cNvSpPr txBox="1"/>
            <p:nvPr/>
          </p:nvSpPr>
          <p:spPr>
            <a:xfrm>
              <a:off x="8521398" y="299459"/>
              <a:ext cx="1228924" cy="25181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Weekday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8CF07280-6A30-AB00-5612-8A1538F49798}"/>
                </a:ext>
              </a:extLst>
            </p:cNvPr>
            <p:cNvSpPr txBox="1"/>
            <p:nvPr/>
          </p:nvSpPr>
          <p:spPr>
            <a:xfrm>
              <a:off x="9750322" y="299459"/>
              <a:ext cx="1256769" cy="251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WEEKEND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531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4A69-2EA3-2400-6C9D-66E087F58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8245F36-7853-82E6-0014-6C73CFFF6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6179" y="51857"/>
            <a:ext cx="7772400" cy="6312187"/>
          </a:xfrm>
          <a:prstGeom prst="rect">
            <a:avLst/>
          </a:prstGeom>
        </p:spPr>
      </p:pic>
      <p:sp>
        <p:nvSpPr>
          <p:cNvPr id="177" name="TextBox 176">
            <a:extLst>
              <a:ext uri="{FF2B5EF4-FFF2-40B4-BE49-F238E27FC236}">
                <a16:creationId xmlns:a16="http://schemas.microsoft.com/office/drawing/2014/main" id="{4CF29C1F-8FD8-7C41-E9F9-702687E9AC04}"/>
              </a:ext>
            </a:extLst>
          </p:cNvPr>
          <p:cNvSpPr txBox="1"/>
          <p:nvPr/>
        </p:nvSpPr>
        <p:spPr>
          <a:xfrm>
            <a:off x="521081" y="2274838"/>
            <a:ext cx="242085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/>
              <a:t>Heart</a:t>
            </a:r>
          </a:p>
          <a:p>
            <a:r>
              <a:rPr lang="en-US" sz="7200" dirty="0"/>
              <a:t>Rate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5261535-1D3E-167D-8C75-02D6DCB3316B}"/>
              </a:ext>
            </a:extLst>
          </p:cNvPr>
          <p:cNvCxnSpPr>
            <a:cxnSpLocks/>
          </p:cNvCxnSpPr>
          <p:nvPr/>
        </p:nvCxnSpPr>
        <p:spPr>
          <a:xfrm flipV="1">
            <a:off x="7288582" y="172932"/>
            <a:ext cx="0" cy="576425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D096D51-4297-007E-D96C-2B5D1B9D5EDC}"/>
              </a:ext>
            </a:extLst>
          </p:cNvPr>
          <p:cNvGrpSpPr/>
          <p:nvPr/>
        </p:nvGrpSpPr>
        <p:grpSpPr>
          <a:xfrm>
            <a:off x="5974076" y="5919871"/>
            <a:ext cx="1301536" cy="251317"/>
            <a:chOff x="5974076" y="6457764"/>
            <a:chExt cx="1301536" cy="251317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4373FDC2-C1D3-1291-97E6-8E48E3F57B39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B48D74F-BE21-3A93-6A19-870684416F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FAE51A5-8369-16F0-F61D-1CAB32E4BACA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AF0D53B7-A8E2-D6A0-3D36-972517E9963A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54A6737C-0F64-5EB6-E380-597D58B7EE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2F596B7-05B4-7CC9-9DC9-95E80F9AFA35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4194B4D-1274-D900-A885-EB3C0074218A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634F1783-3D0E-DEDA-2A61-E7D5362CD5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27028D3-D2FE-788F-4689-714EFB59B6FE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8ECC4D3-82AF-C608-C6DD-EE969AB327C4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61CE657-4754-70E9-EBFE-381FBD49BB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9B36DAD-C569-C2DF-64D8-C01769887699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0515B02-9C5C-C175-134D-83F74B9FA3B3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BEE43102-3BDD-06D1-368E-6FFE4AF46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3E16FB5-8240-AC12-20A8-CAA61DFF35D8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B6D42CB-2022-CA47-BDC0-EE895F2CFA0E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3F47845-F8E3-8F7A-0730-52D7690356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90EFBD0-1B25-F31D-2872-23E0E0D2DDAC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60D1F42B-AEB1-D9B2-13C7-8CDCA6477BD9}"/>
              </a:ext>
            </a:extLst>
          </p:cNvPr>
          <p:cNvCxnSpPr>
            <a:cxnSpLocks/>
          </p:cNvCxnSpPr>
          <p:nvPr/>
        </p:nvCxnSpPr>
        <p:spPr>
          <a:xfrm flipV="1">
            <a:off x="8521463" y="165183"/>
            <a:ext cx="0" cy="576425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ECA17B1-7A93-9091-9BB4-A6C7ADADD226}"/>
              </a:ext>
            </a:extLst>
          </p:cNvPr>
          <p:cNvGrpSpPr/>
          <p:nvPr/>
        </p:nvGrpSpPr>
        <p:grpSpPr>
          <a:xfrm>
            <a:off x="7206891" y="5919871"/>
            <a:ext cx="1301536" cy="251317"/>
            <a:chOff x="5974076" y="6457764"/>
            <a:chExt cx="1301536" cy="25131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C1F59BE-E730-3C66-7D47-E4D03286D944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B35C42E-5D86-C4B3-5CF3-9753A85C92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85B9D24-D35D-C74F-1EF9-752ABBD70A87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A10701D-83CC-72F1-602A-10D2324FEAB7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8FAD201F-49C6-B47B-7A19-DE36F37232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96D6561-B0B8-B9F3-BA0D-3076C401EB51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09C9EDF9-6501-5EA9-564D-B80BB64C66C8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3090FFAB-FEE3-B3DD-EF29-B38481E18F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C313715A-DA38-F78F-CA6A-2BA851E33753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5849171-B5B7-2FF7-8241-C76D4C0BCE67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2B7874EA-6309-E6F1-622A-32AF19A0C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B0E0EE64-9177-13E2-A00A-60A1EEBF6704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B8B4E47E-7FF1-B861-04D1-D02E9F5021A2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067D387-1A98-EC48-6BEC-A5409BCDDE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3B4F4F73-6295-4EE1-DD10-4569806860B4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FA5D9529-F9FA-9143-2BA4-CD6DA9EA998F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778E756-A067-0712-72B0-D236872E2C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DC8EE4A2-051B-AF91-C15E-CE79A3F9DCFC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C07B5201-DAF3-B66E-5603-F93F0C514C9F}"/>
              </a:ext>
            </a:extLst>
          </p:cNvPr>
          <p:cNvCxnSpPr>
            <a:cxnSpLocks/>
          </p:cNvCxnSpPr>
          <p:nvPr/>
        </p:nvCxnSpPr>
        <p:spPr>
          <a:xfrm flipV="1">
            <a:off x="9752849" y="165183"/>
            <a:ext cx="0" cy="5764256"/>
          </a:xfrm>
          <a:prstGeom prst="line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8059510-C6B1-F310-0C66-CF092CA782DE}"/>
              </a:ext>
            </a:extLst>
          </p:cNvPr>
          <p:cNvGrpSpPr/>
          <p:nvPr/>
        </p:nvGrpSpPr>
        <p:grpSpPr>
          <a:xfrm>
            <a:off x="8453841" y="5919871"/>
            <a:ext cx="1301536" cy="251317"/>
            <a:chOff x="5974076" y="6457764"/>
            <a:chExt cx="1301536" cy="251317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ECE60EAE-95E7-540E-B819-EDBFD190F3DB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A7592EE2-99E5-0FFE-78AD-74AE47EF78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EDC64408-8FEC-CBEA-0476-69D7D996B5FA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21C2F5F-78EA-6AF2-80EC-15B188ED8273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6AF6942-E686-DAC4-D366-FADD822365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EEC4FF3-A394-5D1E-9B5D-59A2D164AF94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4C597CA-DD16-7916-C87C-210A342CB9CF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45144E49-AB63-9B2E-A519-9B6C68D283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BCD8B3DA-B4D3-28BB-0A7D-3D8A03E4A5B4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F1BEB49D-B5F3-D08F-E1C3-54AF2CE0F0B7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A5780628-4B1A-63D7-0866-D29246AC62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B5D4374A-8115-E63E-76BB-CDA522A0482C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85E0FC60-3991-0AA9-92EF-C49787C467DE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7D2F193F-E8A2-844D-018D-921B148B6C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17CC198E-A95D-42F7-70D0-3A0457D66B9D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CB57684C-4874-B3CC-87F8-76583114350F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FCC783DB-867F-DF7C-41AB-8582C5273D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3407360F-1173-B39D-3EC2-C1FC68A04B27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39160100-CEF1-4D2A-FE63-2142FBDA7041}"/>
              </a:ext>
            </a:extLst>
          </p:cNvPr>
          <p:cNvGrpSpPr/>
          <p:nvPr/>
        </p:nvGrpSpPr>
        <p:grpSpPr>
          <a:xfrm>
            <a:off x="9700791" y="5919871"/>
            <a:ext cx="1301536" cy="251317"/>
            <a:chOff x="5974076" y="6457764"/>
            <a:chExt cx="1301536" cy="251317"/>
          </a:xfrm>
        </p:grpSpPr>
        <p:grpSp>
          <p:nvGrpSpPr>
            <p:cNvPr id="202" name="Group 201">
              <a:extLst>
                <a:ext uri="{FF2B5EF4-FFF2-40B4-BE49-F238E27FC236}">
                  <a16:creationId xmlns:a16="http://schemas.microsoft.com/office/drawing/2014/main" id="{CEB3FF34-EF9B-6374-5866-8579FD595F53}"/>
                </a:ext>
              </a:extLst>
            </p:cNvPr>
            <p:cNvGrpSpPr/>
            <p:nvPr/>
          </p:nvGrpSpPr>
          <p:grpSpPr>
            <a:xfrm>
              <a:off x="5974076" y="6457764"/>
              <a:ext cx="239169" cy="251317"/>
              <a:chOff x="3990993" y="6590162"/>
              <a:chExt cx="239169" cy="251317"/>
            </a:xfrm>
          </p:grpSpPr>
          <p:cxnSp>
            <p:nvCxnSpPr>
              <p:cNvPr id="218" name="Straight Connector 217">
                <a:extLst>
                  <a:ext uri="{FF2B5EF4-FFF2-40B4-BE49-F238E27FC236}">
                    <a16:creationId xmlns:a16="http://schemas.microsoft.com/office/drawing/2014/main" id="{77B57F31-8B67-261B-2D48-58FC8E33DC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07657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8DB6A231-1D08-1FF1-70A8-4CCC80DAFC42}"/>
                  </a:ext>
                </a:extLst>
              </p:cNvPr>
              <p:cNvSpPr txBox="1"/>
              <p:nvPr/>
            </p:nvSpPr>
            <p:spPr>
              <a:xfrm>
                <a:off x="3990993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</a:t>
                </a:r>
              </a:p>
            </p:txBody>
          </p:sp>
        </p:grpSp>
        <p:grpSp>
          <p:nvGrpSpPr>
            <p:cNvPr id="203" name="Group 202">
              <a:extLst>
                <a:ext uri="{FF2B5EF4-FFF2-40B4-BE49-F238E27FC236}">
                  <a16:creationId xmlns:a16="http://schemas.microsoft.com/office/drawing/2014/main" id="{3BF742A2-CF39-14B6-C404-1A7A04FC8300}"/>
                </a:ext>
              </a:extLst>
            </p:cNvPr>
            <p:cNvGrpSpPr/>
            <p:nvPr/>
          </p:nvGrpSpPr>
          <p:grpSpPr>
            <a:xfrm>
              <a:off x="6399810" y="6457764"/>
              <a:ext cx="239169" cy="251317"/>
              <a:chOff x="4393316" y="6590162"/>
              <a:chExt cx="239169" cy="251317"/>
            </a:xfrm>
          </p:grpSpPr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B994688-1CBC-A65B-61E5-2B25A85125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8011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21B3DD1B-9B92-8765-8131-12695954A4F2}"/>
                  </a:ext>
                </a:extLst>
              </p:cNvPr>
              <p:cNvSpPr txBox="1"/>
              <p:nvPr/>
            </p:nvSpPr>
            <p:spPr>
              <a:xfrm>
                <a:off x="4393316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9</a:t>
                </a:r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8282F787-0940-63BF-63FF-477CF24DB218}"/>
                </a:ext>
              </a:extLst>
            </p:cNvPr>
            <p:cNvGrpSpPr/>
            <p:nvPr/>
          </p:nvGrpSpPr>
          <p:grpSpPr>
            <a:xfrm>
              <a:off x="6800535" y="6457764"/>
              <a:ext cx="293670" cy="251317"/>
              <a:chOff x="4764089" y="6590162"/>
              <a:chExt cx="293670" cy="251317"/>
            </a:xfrm>
          </p:grpSpPr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CA620BF7-BB37-0AEF-EB6B-D6D6557480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08365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EB3C6224-296E-01F9-9139-C33315796C61}"/>
                  </a:ext>
                </a:extLst>
              </p:cNvPr>
              <p:cNvSpPr txBox="1"/>
              <p:nvPr/>
            </p:nvSpPr>
            <p:spPr>
              <a:xfrm>
                <a:off x="4764089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17</a:t>
                </a:r>
              </a:p>
            </p:txBody>
          </p:sp>
        </p:grpSp>
        <p:grpSp>
          <p:nvGrpSpPr>
            <p:cNvPr id="205" name="Group 204">
              <a:extLst>
                <a:ext uri="{FF2B5EF4-FFF2-40B4-BE49-F238E27FC236}">
                  <a16:creationId xmlns:a16="http://schemas.microsoft.com/office/drawing/2014/main" id="{5ACDDA97-DD7F-B6D7-6F30-FDADE0AA00C1}"/>
                </a:ext>
              </a:extLst>
            </p:cNvPr>
            <p:cNvGrpSpPr/>
            <p:nvPr/>
          </p:nvGrpSpPr>
          <p:grpSpPr>
            <a:xfrm>
              <a:off x="6981941" y="6457764"/>
              <a:ext cx="293671" cy="251317"/>
              <a:chOff x="4959231" y="6590162"/>
              <a:chExt cx="293671" cy="251317"/>
            </a:xfrm>
          </p:grpSpPr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E8A2932C-953A-D93F-BAF0-ABAB99E50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08544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4A527377-47D8-77D2-9D83-CBA0CA8788AD}"/>
                  </a:ext>
                </a:extLst>
              </p:cNvPr>
              <p:cNvSpPr txBox="1"/>
              <p:nvPr/>
            </p:nvSpPr>
            <p:spPr>
              <a:xfrm>
                <a:off x="4959231" y="6626035"/>
                <a:ext cx="293671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21</a:t>
                </a:r>
              </a:p>
            </p:txBody>
          </p:sp>
        </p:grpSp>
        <p:grpSp>
          <p:nvGrpSpPr>
            <p:cNvPr id="206" name="Group 205">
              <a:extLst>
                <a:ext uri="{FF2B5EF4-FFF2-40B4-BE49-F238E27FC236}">
                  <a16:creationId xmlns:a16="http://schemas.microsoft.com/office/drawing/2014/main" id="{DE24444C-C985-6465-BC35-DA0D35E58921}"/>
                </a:ext>
              </a:extLst>
            </p:cNvPr>
            <p:cNvGrpSpPr/>
            <p:nvPr/>
          </p:nvGrpSpPr>
          <p:grpSpPr>
            <a:xfrm>
              <a:off x="6589514" y="6457764"/>
              <a:ext cx="293670" cy="251317"/>
              <a:chOff x="4563830" y="6590162"/>
              <a:chExt cx="293670" cy="251317"/>
            </a:xfrm>
          </p:grpSpPr>
          <p:cxnSp>
            <p:nvCxnSpPr>
              <p:cNvPr id="210" name="Straight Connector 209">
                <a:extLst>
                  <a:ext uri="{FF2B5EF4-FFF2-40B4-BE49-F238E27FC236}">
                    <a16:creationId xmlns:a16="http://schemas.microsoft.com/office/drawing/2014/main" id="{E8A50460-240E-947F-B6BD-1352A5F36E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0818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3614299B-BD9C-0F57-A838-0E28FECE58F2}"/>
                  </a:ext>
                </a:extLst>
              </p:cNvPr>
              <p:cNvSpPr txBox="1"/>
              <p:nvPr/>
            </p:nvSpPr>
            <p:spPr>
              <a:xfrm>
                <a:off x="4563830" y="6626035"/>
                <a:ext cx="29367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13</a:t>
                </a:r>
              </a:p>
            </p:txBody>
          </p:sp>
        </p:grpSp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02E2E6A6-7CB6-79ED-F01C-5EAF0F2EA8DD}"/>
                </a:ext>
              </a:extLst>
            </p:cNvPr>
            <p:cNvGrpSpPr/>
            <p:nvPr/>
          </p:nvGrpSpPr>
          <p:grpSpPr>
            <a:xfrm>
              <a:off x="6189439" y="6457764"/>
              <a:ext cx="239169" cy="251317"/>
              <a:chOff x="4183361" y="6590162"/>
              <a:chExt cx="239169" cy="251317"/>
            </a:xfrm>
          </p:grpSpPr>
          <p:cxnSp>
            <p:nvCxnSpPr>
              <p:cNvPr id="208" name="Straight Connector 207">
                <a:extLst>
                  <a:ext uri="{FF2B5EF4-FFF2-40B4-BE49-F238E27FC236}">
                    <a16:creationId xmlns:a16="http://schemas.microsoft.com/office/drawing/2014/main" id="{5C5EF678-4BD9-8EE8-7C89-9A6652F3FA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01208" y="6590162"/>
                <a:ext cx="0" cy="7692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0751F63B-AB3D-4302-0C18-75CF1B46AC3B}"/>
                  </a:ext>
                </a:extLst>
              </p:cNvPr>
              <p:cNvSpPr txBox="1"/>
              <p:nvPr/>
            </p:nvSpPr>
            <p:spPr>
              <a:xfrm>
                <a:off x="4183361" y="6626035"/>
                <a:ext cx="23916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800" dirty="0"/>
                  <a:t>5</a:t>
                </a:r>
              </a:p>
            </p:txBody>
          </p:sp>
        </p:grp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73528B49-2F27-B3CB-B3DC-C03AE1C8D7E1}"/>
              </a:ext>
            </a:extLst>
          </p:cNvPr>
          <p:cNvGrpSpPr/>
          <p:nvPr/>
        </p:nvGrpSpPr>
        <p:grpSpPr>
          <a:xfrm>
            <a:off x="6052184" y="51857"/>
            <a:ext cx="4954908" cy="499420"/>
            <a:chOff x="6052184" y="51857"/>
            <a:chExt cx="4954908" cy="499420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3BC4D6E8-831E-3C51-F720-137DD5BC0EB2}"/>
                </a:ext>
              </a:extLst>
            </p:cNvPr>
            <p:cNvSpPr txBox="1"/>
            <p:nvPr/>
          </p:nvSpPr>
          <p:spPr>
            <a:xfrm>
              <a:off x="6052184" y="51857"/>
              <a:ext cx="2469213" cy="2518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2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DECBBF1F-07A7-E3D1-0441-C352E541A8BB}"/>
                </a:ext>
              </a:extLst>
            </p:cNvPr>
            <p:cNvSpPr txBox="1"/>
            <p:nvPr/>
          </p:nvSpPr>
          <p:spPr>
            <a:xfrm>
              <a:off x="8518698" y="51857"/>
              <a:ext cx="2488394" cy="251817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Helvetica" pitchFamily="2" charset="0"/>
                </a:rPr>
                <a:t>Year 6</a:t>
              </a:r>
            </a:p>
          </p:txBody>
        </p:sp>
        <p:sp>
          <p:nvSpPr>
            <p:cNvPr id="224" name="TextBox 223">
              <a:extLst>
                <a:ext uri="{FF2B5EF4-FFF2-40B4-BE49-F238E27FC236}">
                  <a16:creationId xmlns:a16="http://schemas.microsoft.com/office/drawing/2014/main" id="{8804FC27-02A4-9E0C-B522-523417B1AA5D}"/>
                </a:ext>
              </a:extLst>
            </p:cNvPr>
            <p:cNvSpPr txBox="1"/>
            <p:nvPr/>
          </p:nvSpPr>
          <p:spPr>
            <a:xfrm>
              <a:off x="6052184" y="299458"/>
              <a:ext cx="1237497" cy="251818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Weekday</a:t>
              </a:r>
            </a:p>
          </p:txBody>
        </p: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EC37004B-809D-30CC-79BD-58D421CF186C}"/>
                </a:ext>
              </a:extLst>
            </p:cNvPr>
            <p:cNvSpPr txBox="1"/>
            <p:nvPr/>
          </p:nvSpPr>
          <p:spPr>
            <a:xfrm>
              <a:off x="7292381" y="299457"/>
              <a:ext cx="1229016" cy="25182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WEEKEND</a:t>
              </a: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92CF1634-B039-7F1C-92BE-534AC793E28E}"/>
                </a:ext>
              </a:extLst>
            </p:cNvPr>
            <p:cNvSpPr txBox="1"/>
            <p:nvPr/>
          </p:nvSpPr>
          <p:spPr>
            <a:xfrm>
              <a:off x="8521398" y="299459"/>
              <a:ext cx="1228924" cy="251817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Weekday</a:t>
              </a:r>
            </a:p>
          </p:txBody>
        </p:sp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5E654596-8AB8-F8FE-5180-93648D6907A1}"/>
                </a:ext>
              </a:extLst>
            </p:cNvPr>
            <p:cNvSpPr txBox="1"/>
            <p:nvPr/>
          </p:nvSpPr>
          <p:spPr>
            <a:xfrm>
              <a:off x="9750322" y="299459"/>
              <a:ext cx="1256769" cy="25181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Helvetica" pitchFamily="2" charset="0"/>
                </a:rPr>
                <a:t>WEEKEND</a:t>
              </a:r>
            </a:p>
          </p:txBody>
        </p:sp>
      </p:grpSp>
      <p:pic>
        <p:nvPicPr>
          <p:cNvPr id="7" name="Graphic 6" descr="Warning with solid fill">
            <a:extLst>
              <a:ext uri="{FF2B5EF4-FFF2-40B4-BE49-F238E27FC236}">
                <a16:creationId xmlns:a16="http://schemas.microsoft.com/office/drawing/2014/main" id="{4BB3240E-597F-6FDA-8D66-BA43ACB62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7674" y="3429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2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172</TotalTime>
  <Words>147</Words>
  <Application>Microsoft Macintosh PowerPoint</Application>
  <PresentationFormat>Widescreen</PresentationFormat>
  <Paragraphs>135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Das, Biplabendu</dc:creator>
  <cp:lastModifiedBy>Das, Biplabendu</cp:lastModifiedBy>
  <cp:revision>10</cp:revision>
  <dcterms:created xsi:type="dcterms:W3CDTF">2026-04-29T16:43:55Z</dcterms:created>
  <dcterms:modified xsi:type="dcterms:W3CDTF">2026-04-29T19:36:09Z</dcterms:modified>
</cp:coreProperties>
</file>